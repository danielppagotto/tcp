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97" r:id="rId3"/>
    <p:sldId id="302" r:id="rId4"/>
    <p:sldId id="303" r:id="rId5"/>
    <p:sldId id="308" r:id="rId6"/>
    <p:sldId id="275" r:id="rId7"/>
    <p:sldId id="309" r:id="rId8"/>
    <p:sldId id="290" r:id="rId9"/>
    <p:sldId id="277" r:id="rId10"/>
    <p:sldId id="278" r:id="rId11"/>
    <p:sldId id="310" r:id="rId12"/>
    <p:sldId id="279" r:id="rId13"/>
    <p:sldId id="272" r:id="rId14"/>
    <p:sldId id="280" r:id="rId15"/>
    <p:sldId id="291" r:id="rId16"/>
    <p:sldId id="304" r:id="rId17"/>
    <p:sldId id="281" r:id="rId18"/>
    <p:sldId id="282" r:id="rId19"/>
    <p:sldId id="260" r:id="rId20"/>
    <p:sldId id="258" r:id="rId21"/>
    <p:sldId id="283" r:id="rId22"/>
    <p:sldId id="311" r:id="rId23"/>
    <p:sldId id="312" r:id="rId24"/>
    <p:sldId id="284" r:id="rId25"/>
    <p:sldId id="298" r:id="rId26"/>
    <p:sldId id="314" r:id="rId27"/>
    <p:sldId id="315" r:id="rId28"/>
    <p:sldId id="268" r:id="rId29"/>
    <p:sldId id="269" r:id="rId30"/>
    <p:sldId id="270" r:id="rId31"/>
  </p:sldIdLst>
  <p:sldSz cx="18288000" cy="10287000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Open Sauce" panose="020B0604020202020204" charset="0"/>
      <p:regular r:id="rId38"/>
    </p:embeddedFont>
    <p:embeddedFont>
      <p:font typeface="Open Sauce Bold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9488"/>
    <a:srgbClr val="62A4FA"/>
    <a:srgbClr val="3B82F6"/>
    <a:srgbClr val="0F172A"/>
    <a:srgbClr val="C00000"/>
    <a:srgbClr val="FCDDC4"/>
    <a:srgbClr val="FDE8D7"/>
    <a:srgbClr val="FFE1E1"/>
    <a:srgbClr val="FFCDCD"/>
    <a:srgbClr val="F2F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22" autoAdjust="0"/>
  </p:normalViewPr>
  <p:slideViewPr>
    <p:cSldViewPr>
      <p:cViewPr varScale="1">
        <p:scale>
          <a:sx n="70" d="100"/>
          <a:sy n="70" d="100"/>
        </p:scale>
        <p:origin x="80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f Santos" userId="e94e91ad3b9f2a1e" providerId="LiveId" clId="{E2C17F3A-6B01-4639-BDA6-B49FCDD558F5}"/>
    <pc:docChg chg="undo custSel addSld delSld modSld sldOrd">
      <pc:chgData name="Alef Santos" userId="e94e91ad3b9f2a1e" providerId="LiveId" clId="{E2C17F3A-6B01-4639-BDA6-B49FCDD558F5}" dt="2026-06-19T19:14:15.100" v="3084" actId="20577"/>
      <pc:docMkLst>
        <pc:docMk/>
      </pc:docMkLst>
      <pc:sldChg chg="delSp mod">
        <pc:chgData name="Alef Santos" userId="e94e91ad3b9f2a1e" providerId="LiveId" clId="{E2C17F3A-6B01-4639-BDA6-B49FCDD558F5}" dt="2026-06-15T20:32:57.361" v="677" actId="478"/>
        <pc:sldMkLst>
          <pc:docMk/>
          <pc:sldMk cId="0" sldId="256"/>
        </pc:sldMkLst>
        <pc:spChg chg="del">
          <ac:chgData name="Alef Santos" userId="e94e91ad3b9f2a1e" providerId="LiveId" clId="{E2C17F3A-6B01-4639-BDA6-B49FCDD558F5}" dt="2026-06-15T20:32:57.361" v="677" actId="478"/>
          <ac:spMkLst>
            <pc:docMk/>
            <pc:sldMk cId="0" sldId="256"/>
            <ac:spMk id="17" creationId="{00000000-0000-0000-0000-000000000000}"/>
          </ac:spMkLst>
        </pc:spChg>
      </pc:sldChg>
      <pc:sldChg chg="addSp delSp modSp mod">
        <pc:chgData name="Alef Santos" userId="e94e91ad3b9f2a1e" providerId="LiveId" clId="{E2C17F3A-6B01-4639-BDA6-B49FCDD558F5}" dt="2026-06-17T17:39:05.882" v="999" actId="1076"/>
        <pc:sldMkLst>
          <pc:docMk/>
          <pc:sldMk cId="0" sldId="258"/>
        </pc:sldMkLst>
        <pc:spChg chg="del">
          <ac:chgData name="Alef Santos" userId="e94e91ad3b9f2a1e" providerId="LiveId" clId="{E2C17F3A-6B01-4639-BDA6-B49FCDD558F5}" dt="2026-06-17T17:22:56.559" v="740" actId="478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lef Santos" userId="e94e91ad3b9f2a1e" providerId="LiveId" clId="{E2C17F3A-6B01-4639-BDA6-B49FCDD558F5}" dt="2026-06-17T17:38:51.259" v="998" actId="403"/>
          <ac:spMkLst>
            <pc:docMk/>
            <pc:sldMk cId="0" sldId="258"/>
            <ac:spMk id="17" creationId="{00000000-0000-0000-0000-000000000000}"/>
          </ac:spMkLst>
        </pc:spChg>
        <pc:spChg chg="del">
          <ac:chgData name="Alef Santos" userId="e94e91ad3b9f2a1e" providerId="LiveId" clId="{E2C17F3A-6B01-4639-BDA6-B49FCDD558F5}" dt="2026-06-17T17:26:08.317" v="754" actId="478"/>
          <ac:spMkLst>
            <pc:docMk/>
            <pc:sldMk cId="0" sldId="258"/>
            <ac:spMk id="21" creationId="{00000000-0000-0000-0000-000000000000}"/>
          </ac:spMkLst>
        </pc:spChg>
        <pc:spChg chg="add mod">
          <ac:chgData name="Alef Santos" userId="e94e91ad3b9f2a1e" providerId="LiveId" clId="{E2C17F3A-6B01-4639-BDA6-B49FCDD558F5}" dt="2026-06-17T17:23:19.118" v="751" actId="20577"/>
          <ac:spMkLst>
            <pc:docMk/>
            <pc:sldMk cId="0" sldId="258"/>
            <ac:spMk id="22" creationId="{8692AF61-87C0-46EB-9075-A1CC47D1864C}"/>
          </ac:spMkLst>
        </pc:spChg>
        <pc:picChg chg="add mod ord">
          <ac:chgData name="Alef Santos" userId="e94e91ad3b9f2a1e" providerId="LiveId" clId="{E2C17F3A-6B01-4639-BDA6-B49FCDD558F5}" dt="2026-06-17T17:39:05.882" v="999" actId="1076"/>
          <ac:picMkLst>
            <pc:docMk/>
            <pc:sldMk cId="0" sldId="258"/>
            <ac:picMk id="24" creationId="{3BD65C8D-F5EE-4433-A1DA-0E2C1B3A16CA}"/>
          </ac:picMkLst>
        </pc:picChg>
      </pc:sldChg>
      <pc:sldChg chg="addSp delSp modSp mod ord">
        <pc:chgData name="Alef Santos" userId="e94e91ad3b9f2a1e" providerId="LiveId" clId="{E2C17F3A-6B01-4639-BDA6-B49FCDD558F5}" dt="2026-06-17T17:19:22.806" v="738" actId="403"/>
        <pc:sldMkLst>
          <pc:docMk/>
          <pc:sldMk cId="0" sldId="260"/>
        </pc:sldMkLst>
        <pc:spChg chg="mod">
          <ac:chgData name="Alef Santos" userId="e94e91ad3b9f2a1e" providerId="LiveId" clId="{E2C17F3A-6B01-4639-BDA6-B49FCDD558F5}" dt="2026-06-17T16:49:44.877" v="693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Alef Santos" userId="e94e91ad3b9f2a1e" providerId="LiveId" clId="{E2C17F3A-6B01-4639-BDA6-B49FCDD558F5}" dt="2026-06-17T16:46:20.060" v="690" actId="207"/>
          <ac:spMkLst>
            <pc:docMk/>
            <pc:sldMk cId="0" sldId="260"/>
            <ac:spMk id="5" creationId="{00000000-0000-0000-0000-000000000000}"/>
          </ac:spMkLst>
        </pc:spChg>
        <pc:spChg chg="del">
          <ac:chgData name="Alef Santos" userId="e94e91ad3b9f2a1e" providerId="LiveId" clId="{E2C17F3A-6B01-4639-BDA6-B49FCDD558F5}" dt="2026-06-17T16:50:27.077" v="696" actId="478"/>
          <ac:spMkLst>
            <pc:docMk/>
            <pc:sldMk cId="0" sldId="260"/>
            <ac:spMk id="20" creationId="{00000000-0000-0000-0000-000000000000}"/>
          </ac:spMkLst>
        </pc:spChg>
        <pc:spChg chg="mod">
          <ac:chgData name="Alef Santos" userId="e94e91ad3b9f2a1e" providerId="LiveId" clId="{E2C17F3A-6B01-4639-BDA6-B49FCDD558F5}" dt="2026-06-17T17:19:22.806" v="738" actId="403"/>
          <ac:spMkLst>
            <pc:docMk/>
            <pc:sldMk cId="0" sldId="260"/>
            <ac:spMk id="21" creationId="{00000000-0000-0000-0000-000000000000}"/>
          </ac:spMkLst>
        </pc:spChg>
        <pc:spChg chg="add mod">
          <ac:chgData name="Alef Santos" userId="e94e91ad3b9f2a1e" providerId="LiveId" clId="{E2C17F3A-6B01-4639-BDA6-B49FCDD558F5}" dt="2026-06-17T16:50:27.369" v="697"/>
          <ac:spMkLst>
            <pc:docMk/>
            <pc:sldMk cId="0" sldId="260"/>
            <ac:spMk id="25" creationId="{EE3E10CE-5669-4B4A-BC8D-851A2BBE4646}"/>
          </ac:spMkLst>
        </pc:spChg>
        <pc:spChg chg="add mod">
          <ac:chgData name="Alef Santos" userId="e94e91ad3b9f2a1e" providerId="LiveId" clId="{E2C17F3A-6B01-4639-BDA6-B49FCDD558F5}" dt="2026-06-17T16:50:27.369" v="697"/>
          <ac:spMkLst>
            <pc:docMk/>
            <pc:sldMk cId="0" sldId="260"/>
            <ac:spMk id="26" creationId="{1722E06A-5E59-4489-83B6-5DD4D98BDBD2}"/>
          </ac:spMkLst>
        </pc:spChg>
        <pc:grpChg chg="mod">
          <ac:chgData name="Alef Santos" userId="e94e91ad3b9f2a1e" providerId="LiveId" clId="{E2C17F3A-6B01-4639-BDA6-B49FCDD558F5}" dt="2026-06-17T16:49:44.877" v="693" actId="207"/>
          <ac:grpSpMkLst>
            <pc:docMk/>
            <pc:sldMk cId="0" sldId="260"/>
            <ac:grpSpMk id="2" creationId="{00000000-0000-0000-0000-000000000000}"/>
          </ac:grpSpMkLst>
        </pc:grpChg>
        <pc:grpChg chg="mod">
          <ac:chgData name="Alef Santos" userId="e94e91ad3b9f2a1e" providerId="LiveId" clId="{E2C17F3A-6B01-4639-BDA6-B49FCDD558F5}" dt="2026-06-17T16:46:20.060" v="690" actId="207"/>
          <ac:grpSpMkLst>
            <pc:docMk/>
            <pc:sldMk cId="0" sldId="260"/>
            <ac:grpSpMk id="4" creationId="{00000000-0000-0000-0000-000000000000}"/>
          </ac:grpSpMkLst>
        </pc:grpChg>
      </pc:sldChg>
      <pc:sldChg chg="del">
        <pc:chgData name="Alef Santos" userId="e94e91ad3b9f2a1e" providerId="LiveId" clId="{E2C17F3A-6B01-4639-BDA6-B49FCDD558F5}" dt="2026-06-19T18:54:46.105" v="3017" actId="2696"/>
        <pc:sldMkLst>
          <pc:docMk/>
          <pc:sldMk cId="0" sldId="261"/>
        </pc:sldMkLst>
      </pc:sldChg>
      <pc:sldChg chg="addSp modSp mod">
        <pc:chgData name="Alef Santos" userId="e94e91ad3b9f2a1e" providerId="LiveId" clId="{E2C17F3A-6B01-4639-BDA6-B49FCDD558F5}" dt="2026-06-19T16:37:02.437" v="2085" actId="207"/>
        <pc:sldMkLst>
          <pc:docMk/>
          <pc:sldMk cId="0" sldId="268"/>
        </pc:sldMkLst>
        <pc:spChg chg="mod">
          <ac:chgData name="Alef Santos" userId="e94e91ad3b9f2a1e" providerId="LiveId" clId="{E2C17F3A-6B01-4639-BDA6-B49FCDD558F5}" dt="2026-06-19T16:37:02.437" v="2085" actId="207"/>
          <ac:spMkLst>
            <pc:docMk/>
            <pc:sldMk cId="0" sldId="268"/>
            <ac:spMk id="20" creationId="{00000000-0000-0000-0000-000000000000}"/>
          </ac:spMkLst>
        </pc:spChg>
        <pc:spChg chg="mod">
          <ac:chgData name="Alef Santos" userId="e94e91ad3b9f2a1e" providerId="LiveId" clId="{E2C17F3A-6B01-4639-BDA6-B49FCDD558F5}" dt="2026-06-19T16:14:54.871" v="1610"/>
          <ac:spMkLst>
            <pc:docMk/>
            <pc:sldMk cId="0" sldId="268"/>
            <ac:spMk id="38" creationId="{4F927FA3-3950-4B41-8B77-9F5A30E0200E}"/>
          </ac:spMkLst>
        </pc:spChg>
        <pc:spChg chg="mod">
          <ac:chgData name="Alef Santos" userId="e94e91ad3b9f2a1e" providerId="LiveId" clId="{E2C17F3A-6B01-4639-BDA6-B49FCDD558F5}" dt="2026-06-19T16:14:54.871" v="1610"/>
          <ac:spMkLst>
            <pc:docMk/>
            <pc:sldMk cId="0" sldId="268"/>
            <ac:spMk id="39" creationId="{75F87212-8687-495D-8507-73DEA412ABEB}"/>
          </ac:spMkLst>
        </pc:spChg>
        <pc:grpChg chg="add mod ord">
          <ac:chgData name="Alef Santos" userId="e94e91ad3b9f2a1e" providerId="LiveId" clId="{E2C17F3A-6B01-4639-BDA6-B49FCDD558F5}" dt="2026-06-19T16:36:21.362" v="2082" actId="167"/>
          <ac:grpSpMkLst>
            <pc:docMk/>
            <pc:sldMk cId="0" sldId="268"/>
            <ac:grpSpMk id="37" creationId="{2D7747FC-A464-42BA-BCB1-9B85F155D272}"/>
          </ac:grpSpMkLst>
        </pc:grpChg>
      </pc:sldChg>
      <pc:sldChg chg="addSp delSp modSp mod">
        <pc:chgData name="Alef Santos" userId="e94e91ad3b9f2a1e" providerId="LiveId" clId="{E2C17F3A-6B01-4639-BDA6-B49FCDD558F5}" dt="2026-06-19T18:54:23.910" v="3016" actId="1076"/>
        <pc:sldMkLst>
          <pc:docMk/>
          <pc:sldMk cId="0" sldId="269"/>
        </pc:sldMkLst>
        <pc:spChg chg="del topLvl">
          <ac:chgData name="Alef Santos" userId="e94e91ad3b9f2a1e" providerId="LiveId" clId="{E2C17F3A-6B01-4639-BDA6-B49FCDD558F5}" dt="2026-06-19T17:42:06.198" v="2709" actId="478"/>
          <ac:spMkLst>
            <pc:docMk/>
            <pc:sldMk cId="0" sldId="269"/>
            <ac:spMk id="19" creationId="{00000000-0000-0000-0000-000000000000}"/>
          </ac:spMkLst>
        </pc:spChg>
        <pc:spChg chg="del topLvl">
          <ac:chgData name="Alef Santos" userId="e94e91ad3b9f2a1e" providerId="LiveId" clId="{E2C17F3A-6B01-4639-BDA6-B49FCDD558F5}" dt="2026-06-19T17:42:14.596" v="2713" actId="478"/>
          <ac:spMkLst>
            <pc:docMk/>
            <pc:sldMk cId="0" sldId="269"/>
            <ac:spMk id="20" creationId="{00000000-0000-0000-0000-000000000000}"/>
          </ac:spMkLst>
        </pc:spChg>
        <pc:spChg chg="del">
          <ac:chgData name="Alef Santos" userId="e94e91ad3b9f2a1e" providerId="LiveId" clId="{E2C17F3A-6B01-4639-BDA6-B49FCDD558F5}" dt="2026-06-19T17:42:07.686" v="2710" actId="478"/>
          <ac:spMkLst>
            <pc:docMk/>
            <pc:sldMk cId="0" sldId="269"/>
            <ac:spMk id="23" creationId="{00000000-0000-0000-0000-000000000000}"/>
          </ac:spMkLst>
        </pc:spChg>
        <pc:spChg chg="del">
          <ac:chgData name="Alef Santos" userId="e94e91ad3b9f2a1e" providerId="LiveId" clId="{E2C17F3A-6B01-4639-BDA6-B49FCDD558F5}" dt="2026-06-19T17:42:09.142" v="2711" actId="478"/>
          <ac:spMkLst>
            <pc:docMk/>
            <pc:sldMk cId="0" sldId="269"/>
            <ac:spMk id="27" creationId="{00000000-0000-0000-0000-000000000000}"/>
          </ac:spMkLst>
        </pc:spChg>
        <pc:spChg chg="del">
          <ac:chgData name="Alef Santos" userId="e94e91ad3b9f2a1e" providerId="LiveId" clId="{E2C17F3A-6B01-4639-BDA6-B49FCDD558F5}" dt="2026-06-19T17:42:09.142" v="2711" actId="478"/>
          <ac:spMkLst>
            <pc:docMk/>
            <pc:sldMk cId="0" sldId="269"/>
            <ac:spMk id="31" creationId="{00000000-0000-0000-0000-000000000000}"/>
          </ac:spMkLst>
        </pc:spChg>
        <pc:spChg chg="del">
          <ac:chgData name="Alef Santos" userId="e94e91ad3b9f2a1e" providerId="LiveId" clId="{E2C17F3A-6B01-4639-BDA6-B49FCDD558F5}" dt="2026-06-19T17:42:09.142" v="2711" actId="478"/>
          <ac:spMkLst>
            <pc:docMk/>
            <pc:sldMk cId="0" sldId="269"/>
            <ac:spMk id="35" creationId="{00000000-0000-0000-0000-000000000000}"/>
          </ac:spMkLst>
        </pc:spChg>
        <pc:spChg chg="add del mod">
          <ac:chgData name="Alef Santos" userId="e94e91ad3b9f2a1e" providerId="LiveId" clId="{E2C17F3A-6B01-4639-BDA6-B49FCDD558F5}" dt="2026-06-15T19:49:38.410" v="586"/>
          <ac:spMkLst>
            <pc:docMk/>
            <pc:sldMk cId="0" sldId="269"/>
            <ac:spMk id="36" creationId="{667A2B97-A582-4118-966E-F03EDE9D14BA}"/>
          </ac:spMkLst>
        </pc:spChg>
        <pc:spChg chg="add mod">
          <ac:chgData name="Alef Santos" userId="e94e91ad3b9f2a1e" providerId="LiveId" clId="{E2C17F3A-6B01-4639-BDA6-B49FCDD558F5}" dt="2026-06-19T18:54:23.910" v="3016" actId="1076"/>
          <ac:spMkLst>
            <pc:docMk/>
            <pc:sldMk cId="0" sldId="269"/>
            <ac:spMk id="36" creationId="{D40AE5AA-C113-4254-9E5B-CD15F0C3D5C8}"/>
          </ac:spMkLst>
        </pc:spChg>
        <pc:spChg chg="add del mod">
          <ac:chgData name="Alef Santos" userId="e94e91ad3b9f2a1e" providerId="LiveId" clId="{E2C17F3A-6B01-4639-BDA6-B49FCDD558F5}" dt="2026-06-19T18:54:21.330" v="3015" actId="478"/>
          <ac:spMkLst>
            <pc:docMk/>
            <pc:sldMk cId="0" sldId="269"/>
            <ac:spMk id="37" creationId="{F132055B-3E7A-4762-A082-3B6F89A7BB48}"/>
          </ac:spMkLst>
        </pc:spChg>
        <pc:grpChg chg="del">
          <ac:chgData name="Alef Santos" userId="e94e91ad3b9f2a1e" providerId="LiveId" clId="{E2C17F3A-6B01-4639-BDA6-B49FCDD558F5}" dt="2026-06-19T17:42:06.198" v="2709" actId="478"/>
          <ac:grpSpMkLst>
            <pc:docMk/>
            <pc:sldMk cId="0" sldId="269"/>
            <ac:grpSpMk id="18" creationId="{00000000-0000-0000-0000-000000000000}"/>
          </ac:grpSpMkLst>
        </pc:grpChg>
        <pc:grpChg chg="del">
          <ac:chgData name="Alef Santos" userId="e94e91ad3b9f2a1e" providerId="LiveId" clId="{E2C17F3A-6B01-4639-BDA6-B49FCDD558F5}" dt="2026-06-19T17:42:09.142" v="2711" actId="478"/>
          <ac:grpSpMkLst>
            <pc:docMk/>
            <pc:sldMk cId="0" sldId="269"/>
            <ac:grpSpMk id="24" creationId="{00000000-0000-0000-0000-000000000000}"/>
          </ac:grpSpMkLst>
        </pc:grpChg>
        <pc:grpChg chg="del">
          <ac:chgData name="Alef Santos" userId="e94e91ad3b9f2a1e" providerId="LiveId" clId="{E2C17F3A-6B01-4639-BDA6-B49FCDD558F5}" dt="2026-06-19T17:42:09.142" v="2711" actId="478"/>
          <ac:grpSpMkLst>
            <pc:docMk/>
            <pc:sldMk cId="0" sldId="269"/>
            <ac:grpSpMk id="28" creationId="{00000000-0000-0000-0000-000000000000}"/>
          </ac:grpSpMkLst>
        </pc:grpChg>
        <pc:grpChg chg="del">
          <ac:chgData name="Alef Santos" userId="e94e91ad3b9f2a1e" providerId="LiveId" clId="{E2C17F3A-6B01-4639-BDA6-B49FCDD558F5}" dt="2026-06-19T17:42:09.142" v="2711" actId="478"/>
          <ac:grpSpMkLst>
            <pc:docMk/>
            <pc:sldMk cId="0" sldId="269"/>
            <ac:grpSpMk id="32" creationId="{00000000-0000-0000-0000-000000000000}"/>
          </ac:grpSpMkLst>
        </pc:grpChg>
      </pc:sldChg>
      <pc:sldChg chg="addSp delSp modSp mod">
        <pc:chgData name="Alef Santos" userId="e94e91ad3b9f2a1e" providerId="LiveId" clId="{E2C17F3A-6B01-4639-BDA6-B49FCDD558F5}" dt="2026-06-19T19:02:40.037" v="3070" actId="1076"/>
        <pc:sldMkLst>
          <pc:docMk/>
          <pc:sldMk cId="0" sldId="270"/>
        </pc:sldMkLst>
        <pc:spChg chg="del">
          <ac:chgData name="Alef Santos" userId="e94e91ad3b9f2a1e" providerId="LiveId" clId="{E2C17F3A-6B01-4639-BDA6-B49FCDD558F5}" dt="2026-06-19T19:02:35.197" v="3068" actId="478"/>
          <ac:spMkLst>
            <pc:docMk/>
            <pc:sldMk cId="0" sldId="270"/>
            <ac:spMk id="14" creationId="{00000000-0000-0000-0000-000000000000}"/>
          </ac:spMkLst>
        </pc:spChg>
        <pc:spChg chg="add mod">
          <ac:chgData name="Alef Santos" userId="e94e91ad3b9f2a1e" providerId="LiveId" clId="{E2C17F3A-6B01-4639-BDA6-B49FCDD558F5}" dt="2026-06-19T19:02:40.037" v="3070" actId="1076"/>
          <ac:spMkLst>
            <pc:docMk/>
            <pc:sldMk cId="0" sldId="270"/>
            <ac:spMk id="32" creationId="{D798E3B8-DCA8-4EB0-90E2-7C26C6A39BDC}"/>
          </ac:spMkLst>
        </pc:spChg>
      </pc:sldChg>
      <pc:sldChg chg="addSp delSp modSp mod">
        <pc:chgData name="Alef Santos" userId="e94e91ad3b9f2a1e" providerId="LiveId" clId="{E2C17F3A-6B01-4639-BDA6-B49FCDD558F5}" dt="2026-06-15T19:32:27.632" v="459" actId="1076"/>
        <pc:sldMkLst>
          <pc:docMk/>
          <pc:sldMk cId="864818609" sldId="272"/>
        </pc:sldMkLst>
        <pc:spChg chg="mod">
          <ac:chgData name="Alef Santos" userId="e94e91ad3b9f2a1e" providerId="LiveId" clId="{E2C17F3A-6B01-4639-BDA6-B49FCDD558F5}" dt="2026-06-15T18:37:59.504" v="26" actId="20577"/>
          <ac:spMkLst>
            <pc:docMk/>
            <pc:sldMk cId="864818609" sldId="272"/>
            <ac:spMk id="16" creationId="{00000000-0000-0000-0000-000000000000}"/>
          </ac:spMkLst>
        </pc:spChg>
        <pc:spChg chg="mod">
          <ac:chgData name="Alef Santos" userId="e94e91ad3b9f2a1e" providerId="LiveId" clId="{E2C17F3A-6B01-4639-BDA6-B49FCDD558F5}" dt="2026-06-15T19:04:58.050" v="171"/>
          <ac:spMkLst>
            <pc:docMk/>
            <pc:sldMk cId="864818609" sldId="272"/>
            <ac:spMk id="17" creationId="{00000000-0000-0000-0000-000000000000}"/>
          </ac:spMkLst>
        </pc:spChg>
        <pc:spChg chg="add mod">
          <ac:chgData name="Alef Santos" userId="e94e91ad3b9f2a1e" providerId="LiveId" clId="{E2C17F3A-6B01-4639-BDA6-B49FCDD558F5}" dt="2026-06-15T19:12:11.825" v="227" actId="164"/>
          <ac:spMkLst>
            <pc:docMk/>
            <pc:sldMk cId="864818609" sldId="272"/>
            <ac:spMk id="28" creationId="{17D79FBC-7741-43AB-A567-D500C238C927}"/>
          </ac:spMkLst>
        </pc:spChg>
        <pc:spChg chg="add mod">
          <ac:chgData name="Alef Santos" userId="e94e91ad3b9f2a1e" providerId="LiveId" clId="{E2C17F3A-6B01-4639-BDA6-B49FCDD558F5}" dt="2026-06-15T19:12:11.825" v="227" actId="164"/>
          <ac:spMkLst>
            <pc:docMk/>
            <pc:sldMk cId="864818609" sldId="272"/>
            <ac:spMk id="29" creationId="{4E4440B4-ED2B-4624-9B49-7BE203579D35}"/>
          </ac:spMkLst>
        </pc:spChg>
        <pc:spChg chg="add mod">
          <ac:chgData name="Alef Santos" userId="e94e91ad3b9f2a1e" providerId="LiveId" clId="{E2C17F3A-6B01-4639-BDA6-B49FCDD558F5}" dt="2026-06-15T19:12:11.825" v="227" actId="164"/>
          <ac:spMkLst>
            <pc:docMk/>
            <pc:sldMk cId="864818609" sldId="272"/>
            <ac:spMk id="30" creationId="{E10D5DA3-8194-4CE7-8B55-AD9E7FF07584}"/>
          </ac:spMkLst>
        </pc:spChg>
        <pc:spChg chg="add mod">
          <ac:chgData name="Alef Santos" userId="e94e91ad3b9f2a1e" providerId="LiveId" clId="{E2C17F3A-6B01-4639-BDA6-B49FCDD558F5}" dt="2026-06-15T19:12:11.825" v="227" actId="164"/>
          <ac:spMkLst>
            <pc:docMk/>
            <pc:sldMk cId="864818609" sldId="272"/>
            <ac:spMk id="31" creationId="{899F5559-67F1-454E-A395-7E5CAE945D02}"/>
          </ac:spMkLst>
        </pc:spChg>
        <pc:spChg chg="add mod">
          <ac:chgData name="Alef Santos" userId="e94e91ad3b9f2a1e" providerId="LiveId" clId="{E2C17F3A-6B01-4639-BDA6-B49FCDD558F5}" dt="2026-06-15T19:12:11.825" v="227" actId="164"/>
          <ac:spMkLst>
            <pc:docMk/>
            <pc:sldMk cId="864818609" sldId="272"/>
            <ac:spMk id="32" creationId="{C60B3257-3957-4AA0-8CA2-244BE3BA66CE}"/>
          </ac:spMkLst>
        </pc:spChg>
        <pc:spChg chg="add mod">
          <ac:chgData name="Alef Santos" userId="e94e91ad3b9f2a1e" providerId="LiveId" clId="{E2C17F3A-6B01-4639-BDA6-B49FCDD558F5}" dt="2026-06-15T19:14:54.616" v="292" actId="1076"/>
          <ac:spMkLst>
            <pc:docMk/>
            <pc:sldMk cId="864818609" sldId="272"/>
            <ac:spMk id="34" creationId="{2A57237D-2B3F-4DC9-8F40-C5673DB152D4}"/>
          </ac:spMkLst>
        </pc:spChg>
        <pc:spChg chg="add mod">
          <ac:chgData name="Alef Santos" userId="e94e91ad3b9f2a1e" providerId="LiveId" clId="{E2C17F3A-6B01-4639-BDA6-B49FCDD558F5}" dt="2026-06-15T19:16:24.336" v="392" actId="1076"/>
          <ac:spMkLst>
            <pc:docMk/>
            <pc:sldMk cId="864818609" sldId="272"/>
            <ac:spMk id="35" creationId="{64FAC091-4244-4649-B3D2-EA1A735BDE9B}"/>
          </ac:spMkLst>
        </pc:spChg>
        <pc:spChg chg="add mod">
          <ac:chgData name="Alef Santos" userId="e94e91ad3b9f2a1e" providerId="LiveId" clId="{E2C17F3A-6B01-4639-BDA6-B49FCDD558F5}" dt="2026-06-15T19:16:26.904" v="393" actId="1076"/>
          <ac:spMkLst>
            <pc:docMk/>
            <pc:sldMk cId="864818609" sldId="272"/>
            <ac:spMk id="36" creationId="{F30D7020-823C-4574-8829-F2148372BD48}"/>
          </ac:spMkLst>
        </pc:spChg>
        <pc:spChg chg="add mod">
          <ac:chgData name="Alef Santos" userId="e94e91ad3b9f2a1e" providerId="LiveId" clId="{E2C17F3A-6B01-4639-BDA6-B49FCDD558F5}" dt="2026-06-15T19:15:03.704" v="294" actId="1076"/>
          <ac:spMkLst>
            <pc:docMk/>
            <pc:sldMk cId="864818609" sldId="272"/>
            <ac:spMk id="37" creationId="{AEE609FD-DE13-4FB5-A072-182DFF328EB9}"/>
          </ac:spMkLst>
        </pc:spChg>
        <pc:spChg chg="add mod">
          <ac:chgData name="Alef Santos" userId="e94e91ad3b9f2a1e" providerId="LiveId" clId="{E2C17F3A-6B01-4639-BDA6-B49FCDD558F5}" dt="2026-06-15T19:16:20.729" v="391" actId="2710"/>
          <ac:spMkLst>
            <pc:docMk/>
            <pc:sldMk cId="864818609" sldId="272"/>
            <ac:spMk id="38" creationId="{AFBF2221-65AE-46CA-922E-29EC1558CB84}"/>
          </ac:spMkLst>
        </pc:spChg>
        <pc:spChg chg="add mod">
          <ac:chgData name="Alef Santos" userId="e94e91ad3b9f2a1e" providerId="LiveId" clId="{E2C17F3A-6B01-4639-BDA6-B49FCDD558F5}" dt="2026-06-15T19:16:34.368" v="394" actId="1076"/>
          <ac:spMkLst>
            <pc:docMk/>
            <pc:sldMk cId="864818609" sldId="272"/>
            <ac:spMk id="39" creationId="{462EF4AD-BFE0-4EBD-895E-FF2771428F84}"/>
          </ac:spMkLst>
        </pc:spChg>
        <pc:spChg chg="mod">
          <ac:chgData name="Alef Santos" userId="e94e91ad3b9f2a1e" providerId="LiveId" clId="{E2C17F3A-6B01-4639-BDA6-B49FCDD558F5}" dt="2026-06-15T19:16:42.188" v="395"/>
          <ac:spMkLst>
            <pc:docMk/>
            <pc:sldMk cId="864818609" sldId="272"/>
            <ac:spMk id="41" creationId="{DE2B79A1-C265-4081-AA55-39045882A985}"/>
          </ac:spMkLst>
        </pc:spChg>
        <pc:spChg chg="mod">
          <ac:chgData name="Alef Santos" userId="e94e91ad3b9f2a1e" providerId="LiveId" clId="{E2C17F3A-6B01-4639-BDA6-B49FCDD558F5}" dt="2026-06-15T19:16:42.188" v="395"/>
          <ac:spMkLst>
            <pc:docMk/>
            <pc:sldMk cId="864818609" sldId="272"/>
            <ac:spMk id="42" creationId="{EB2F66BA-4BF4-4CC7-A81B-29E905910B5A}"/>
          </ac:spMkLst>
        </pc:spChg>
        <pc:spChg chg="add mod">
          <ac:chgData name="Alef Santos" userId="e94e91ad3b9f2a1e" providerId="LiveId" clId="{E2C17F3A-6B01-4639-BDA6-B49FCDD558F5}" dt="2026-06-15T19:32:27.632" v="459" actId="1076"/>
          <ac:spMkLst>
            <pc:docMk/>
            <pc:sldMk cId="864818609" sldId="272"/>
            <ac:spMk id="43" creationId="{627360F5-C014-46DA-B4A3-7880A793CF0E}"/>
          </ac:spMkLst>
        </pc:spChg>
        <pc:grpChg chg="add mod">
          <ac:chgData name="Alef Santos" userId="e94e91ad3b9f2a1e" providerId="LiveId" clId="{E2C17F3A-6B01-4639-BDA6-B49FCDD558F5}" dt="2026-06-15T19:31:28.736" v="400" actId="1076"/>
          <ac:grpSpMkLst>
            <pc:docMk/>
            <pc:sldMk cId="864818609" sldId="272"/>
            <ac:grpSpMk id="33" creationId="{4A36BF57-EE5C-4968-B521-FBE24724B938}"/>
          </ac:grpSpMkLst>
        </pc:grpChg>
        <pc:grpChg chg="add mod">
          <ac:chgData name="Alef Santos" userId="e94e91ad3b9f2a1e" providerId="LiveId" clId="{E2C17F3A-6B01-4639-BDA6-B49FCDD558F5}" dt="2026-06-15T19:17:04.104" v="399" actId="14100"/>
          <ac:grpSpMkLst>
            <pc:docMk/>
            <pc:sldMk cId="864818609" sldId="272"/>
            <ac:grpSpMk id="40" creationId="{22B72469-931B-42CC-9DA7-657D4ECBD744}"/>
          </ac:grpSpMkLst>
        </pc:grpChg>
        <pc:graphicFrameChg chg="add mod modGraphic">
          <ac:chgData name="Alef Santos" userId="e94e91ad3b9f2a1e" providerId="LiveId" clId="{E2C17F3A-6B01-4639-BDA6-B49FCDD558F5}" dt="2026-06-15T19:31:28.736" v="400" actId="1076"/>
          <ac:graphicFrameMkLst>
            <pc:docMk/>
            <pc:sldMk cId="864818609" sldId="272"/>
            <ac:graphicFrameMk id="21" creationId="{E8622A3B-3CF3-4BBB-9417-D9DDC4C10160}"/>
          </ac:graphicFrameMkLst>
        </pc:graphicFrameChg>
        <pc:graphicFrameChg chg="add del mod">
          <ac:chgData name="Alef Santos" userId="e94e91ad3b9f2a1e" providerId="LiveId" clId="{E2C17F3A-6B01-4639-BDA6-B49FCDD558F5}" dt="2026-06-15T18:55:55.557" v="132"/>
          <ac:graphicFrameMkLst>
            <pc:docMk/>
            <pc:sldMk cId="864818609" sldId="272"/>
            <ac:graphicFrameMk id="22" creationId="{4DE7FD46-1D40-4D69-8472-C97DD5967EA0}"/>
          </ac:graphicFrameMkLst>
        </pc:graphicFrameChg>
        <pc:graphicFrameChg chg="add del mod">
          <ac:chgData name="Alef Santos" userId="e94e91ad3b9f2a1e" providerId="LiveId" clId="{E2C17F3A-6B01-4639-BDA6-B49FCDD558F5}" dt="2026-06-15T18:56:46.822" v="136"/>
          <ac:graphicFrameMkLst>
            <pc:docMk/>
            <pc:sldMk cId="864818609" sldId="272"/>
            <ac:graphicFrameMk id="23" creationId="{A9F5EF05-951D-4AA7-A255-E58EDC070991}"/>
          </ac:graphicFrameMkLst>
        </pc:graphicFrameChg>
        <pc:graphicFrameChg chg="add del mod">
          <ac:chgData name="Alef Santos" userId="e94e91ad3b9f2a1e" providerId="LiveId" clId="{E2C17F3A-6B01-4639-BDA6-B49FCDD558F5}" dt="2026-06-15T18:57:18.917" v="140"/>
          <ac:graphicFrameMkLst>
            <pc:docMk/>
            <pc:sldMk cId="864818609" sldId="272"/>
            <ac:graphicFrameMk id="24" creationId="{A1015682-8789-4FDB-9ADA-C18CD3479B41}"/>
          </ac:graphicFrameMkLst>
        </pc:graphicFrameChg>
        <pc:graphicFrameChg chg="add del mod">
          <ac:chgData name="Alef Santos" userId="e94e91ad3b9f2a1e" providerId="LiveId" clId="{E2C17F3A-6B01-4639-BDA6-B49FCDD558F5}" dt="2026-06-15T18:57:57.766" v="148"/>
          <ac:graphicFrameMkLst>
            <pc:docMk/>
            <pc:sldMk cId="864818609" sldId="272"/>
            <ac:graphicFrameMk id="25" creationId="{4FAC0229-973F-49C1-B329-0A5BBF49FD27}"/>
          </ac:graphicFrameMkLst>
        </pc:graphicFrameChg>
        <pc:graphicFrameChg chg="add del mod">
          <ac:chgData name="Alef Santos" userId="e94e91ad3b9f2a1e" providerId="LiveId" clId="{E2C17F3A-6B01-4639-BDA6-B49FCDD558F5}" dt="2026-06-15T18:58:05.846" v="151"/>
          <ac:graphicFrameMkLst>
            <pc:docMk/>
            <pc:sldMk cId="864818609" sldId="272"/>
            <ac:graphicFrameMk id="26" creationId="{5BB8EE09-76DA-47AD-801A-758FFE12E66B}"/>
          </ac:graphicFrameMkLst>
        </pc:graphicFrameChg>
        <pc:graphicFrameChg chg="add del mod">
          <ac:chgData name="Alef Santos" userId="e94e91ad3b9f2a1e" providerId="LiveId" clId="{E2C17F3A-6B01-4639-BDA6-B49FCDD558F5}" dt="2026-06-15T18:58:27.896" v="154"/>
          <ac:graphicFrameMkLst>
            <pc:docMk/>
            <pc:sldMk cId="864818609" sldId="272"/>
            <ac:graphicFrameMk id="27" creationId="{EDB497E8-684A-42FA-945D-4824D7D79072}"/>
          </ac:graphicFrameMkLst>
        </pc:graphicFrameChg>
      </pc:sldChg>
      <pc:sldChg chg="delSp modSp mod">
        <pc:chgData name="Alef Santos" userId="e94e91ad3b9f2a1e" providerId="LiveId" clId="{E2C17F3A-6B01-4639-BDA6-B49FCDD558F5}" dt="2026-06-19T16:39:42.122" v="2093" actId="478"/>
        <pc:sldMkLst>
          <pc:docMk/>
          <pc:sldMk cId="4118891940" sldId="275"/>
        </pc:sldMkLst>
        <pc:spChg chg="mod">
          <ac:chgData name="Alef Santos" userId="e94e91ad3b9f2a1e" providerId="LiveId" clId="{E2C17F3A-6B01-4639-BDA6-B49FCDD558F5}" dt="2026-06-19T16:39:32.190" v="2090" actId="207"/>
          <ac:spMkLst>
            <pc:docMk/>
            <pc:sldMk cId="4118891940" sldId="275"/>
            <ac:spMk id="20" creationId="{00000000-0000-0000-0000-000000000000}"/>
          </ac:spMkLst>
        </pc:spChg>
        <pc:spChg chg="del">
          <ac:chgData name="Alef Santos" userId="e94e91ad3b9f2a1e" providerId="LiveId" clId="{E2C17F3A-6B01-4639-BDA6-B49FCDD558F5}" dt="2026-06-19T16:39:41.515" v="2092" actId="478"/>
          <ac:spMkLst>
            <pc:docMk/>
            <pc:sldMk cId="4118891940" sldId="275"/>
            <ac:spMk id="29" creationId="{2B2F7AB0-2FAD-4236-9B18-79A351C52AD3}"/>
          </ac:spMkLst>
        </pc:spChg>
        <pc:picChg chg="del">
          <ac:chgData name="Alef Santos" userId="e94e91ad3b9f2a1e" providerId="LiveId" clId="{E2C17F3A-6B01-4639-BDA6-B49FCDD558F5}" dt="2026-06-19T16:39:42.122" v="2093" actId="478"/>
          <ac:picMkLst>
            <pc:docMk/>
            <pc:sldMk cId="4118891940" sldId="275"/>
            <ac:picMk id="28" creationId="{9F2D0085-5DDE-48CF-9F33-4AEB08DFF502}"/>
          </ac:picMkLst>
        </pc:picChg>
      </pc:sldChg>
      <pc:sldChg chg="addSp delSp modSp add mod modTransition">
        <pc:chgData name="Alef Santos" userId="e94e91ad3b9f2a1e" providerId="LiveId" clId="{E2C17F3A-6B01-4639-BDA6-B49FCDD558F5}" dt="2026-06-19T16:41:31.451" v="2110" actId="478"/>
        <pc:sldMkLst>
          <pc:docMk/>
          <pc:sldMk cId="2619004749" sldId="280"/>
        </pc:sldMkLst>
        <pc:spChg chg="mod">
          <ac:chgData name="Alef Santos" userId="e94e91ad3b9f2a1e" providerId="LiveId" clId="{E2C17F3A-6B01-4639-BDA6-B49FCDD558F5}" dt="2026-06-15T19:33:31.365" v="503" actId="20577"/>
          <ac:spMkLst>
            <pc:docMk/>
            <pc:sldMk cId="2619004749" sldId="280"/>
            <ac:spMk id="17" creationId="{00000000-0000-0000-0000-000000000000}"/>
          </ac:spMkLst>
        </pc:spChg>
        <pc:spChg chg="mod">
          <ac:chgData name="Alef Santos" userId="e94e91ad3b9f2a1e" providerId="LiveId" clId="{E2C17F3A-6B01-4639-BDA6-B49FCDD558F5}" dt="2026-06-15T19:37:38.682" v="522" actId="164"/>
          <ac:spMkLst>
            <pc:docMk/>
            <pc:sldMk cId="2619004749" sldId="280"/>
            <ac:spMk id="34" creationId="{2A57237D-2B3F-4DC9-8F40-C5673DB152D4}"/>
          </ac:spMkLst>
        </pc:spChg>
        <pc:spChg chg="mod">
          <ac:chgData name="Alef Santos" userId="e94e91ad3b9f2a1e" providerId="LiveId" clId="{E2C17F3A-6B01-4639-BDA6-B49FCDD558F5}" dt="2026-06-15T19:37:38.682" v="522" actId="164"/>
          <ac:spMkLst>
            <pc:docMk/>
            <pc:sldMk cId="2619004749" sldId="280"/>
            <ac:spMk id="35" creationId="{64FAC091-4244-4649-B3D2-EA1A735BDE9B}"/>
          </ac:spMkLst>
        </pc:spChg>
        <pc:spChg chg="mod">
          <ac:chgData name="Alef Santos" userId="e94e91ad3b9f2a1e" providerId="LiveId" clId="{E2C17F3A-6B01-4639-BDA6-B49FCDD558F5}" dt="2026-06-15T19:37:38.682" v="522" actId="164"/>
          <ac:spMkLst>
            <pc:docMk/>
            <pc:sldMk cId="2619004749" sldId="280"/>
            <ac:spMk id="36" creationId="{F30D7020-823C-4574-8829-F2148372BD48}"/>
          </ac:spMkLst>
        </pc:spChg>
        <pc:spChg chg="mod">
          <ac:chgData name="Alef Santos" userId="e94e91ad3b9f2a1e" providerId="LiveId" clId="{E2C17F3A-6B01-4639-BDA6-B49FCDD558F5}" dt="2026-06-15T19:37:38.682" v="522" actId="164"/>
          <ac:spMkLst>
            <pc:docMk/>
            <pc:sldMk cId="2619004749" sldId="280"/>
            <ac:spMk id="37" creationId="{AEE609FD-DE13-4FB5-A072-182DFF328EB9}"/>
          </ac:spMkLst>
        </pc:spChg>
        <pc:spChg chg="mod">
          <ac:chgData name="Alef Santos" userId="e94e91ad3b9f2a1e" providerId="LiveId" clId="{E2C17F3A-6B01-4639-BDA6-B49FCDD558F5}" dt="2026-06-15T19:37:38.682" v="522" actId="164"/>
          <ac:spMkLst>
            <pc:docMk/>
            <pc:sldMk cId="2619004749" sldId="280"/>
            <ac:spMk id="38" creationId="{AFBF2221-65AE-46CA-922E-29EC1558CB84}"/>
          </ac:spMkLst>
        </pc:spChg>
        <pc:spChg chg="mod">
          <ac:chgData name="Alef Santos" userId="e94e91ad3b9f2a1e" providerId="LiveId" clId="{E2C17F3A-6B01-4639-BDA6-B49FCDD558F5}" dt="2026-06-15T19:37:38.682" v="522" actId="164"/>
          <ac:spMkLst>
            <pc:docMk/>
            <pc:sldMk cId="2619004749" sldId="280"/>
            <ac:spMk id="39" creationId="{462EF4AD-BFE0-4EBD-895E-FF2771428F84}"/>
          </ac:spMkLst>
        </pc:spChg>
        <pc:spChg chg="del">
          <ac:chgData name="Alef Santos" userId="e94e91ad3b9f2a1e" providerId="LiveId" clId="{E2C17F3A-6B01-4639-BDA6-B49FCDD558F5}" dt="2026-06-15T19:32:54.322" v="461" actId="478"/>
          <ac:spMkLst>
            <pc:docMk/>
            <pc:sldMk cId="2619004749" sldId="280"/>
            <ac:spMk id="43" creationId="{627360F5-C014-46DA-B4A3-7880A793CF0E}"/>
          </ac:spMkLst>
        </pc:spChg>
        <pc:spChg chg="mod">
          <ac:chgData name="Alef Santos" userId="e94e91ad3b9f2a1e" providerId="LiveId" clId="{E2C17F3A-6B01-4639-BDA6-B49FCDD558F5}" dt="2026-06-15T19:45:09.721" v="525"/>
          <ac:spMkLst>
            <pc:docMk/>
            <pc:sldMk cId="2619004749" sldId="280"/>
            <ac:spMk id="54" creationId="{DCC36A86-A073-4141-B4D4-230B3E1A2783}"/>
          </ac:spMkLst>
        </pc:spChg>
        <pc:spChg chg="mod">
          <ac:chgData name="Alef Santos" userId="e94e91ad3b9f2a1e" providerId="LiveId" clId="{E2C17F3A-6B01-4639-BDA6-B49FCDD558F5}" dt="2026-06-15T19:45:09.721" v="525"/>
          <ac:spMkLst>
            <pc:docMk/>
            <pc:sldMk cId="2619004749" sldId="280"/>
            <ac:spMk id="58" creationId="{44564DCE-7BB7-4644-9FB3-9291F0CA10B0}"/>
          </ac:spMkLst>
        </pc:spChg>
        <pc:spChg chg="mod">
          <ac:chgData name="Alef Santos" userId="e94e91ad3b9f2a1e" providerId="LiveId" clId="{E2C17F3A-6B01-4639-BDA6-B49FCDD558F5}" dt="2026-06-15T19:45:09.721" v="525"/>
          <ac:spMkLst>
            <pc:docMk/>
            <pc:sldMk cId="2619004749" sldId="280"/>
            <ac:spMk id="62" creationId="{504AB318-7927-4685-A7CB-4BCE7B030C6C}"/>
          </ac:spMkLst>
        </pc:spChg>
        <pc:spChg chg="mod">
          <ac:chgData name="Alef Santos" userId="e94e91ad3b9f2a1e" providerId="LiveId" clId="{E2C17F3A-6B01-4639-BDA6-B49FCDD558F5}" dt="2026-06-15T19:45:09.721" v="525"/>
          <ac:spMkLst>
            <pc:docMk/>
            <pc:sldMk cId="2619004749" sldId="280"/>
            <ac:spMk id="66" creationId="{7E32EEE7-0D3D-4E7C-AAD1-CAB586DAD492}"/>
          </ac:spMkLst>
        </pc:spChg>
        <pc:spChg chg="mod">
          <ac:chgData name="Alef Santos" userId="e94e91ad3b9f2a1e" providerId="LiveId" clId="{E2C17F3A-6B01-4639-BDA6-B49FCDD558F5}" dt="2026-06-15T19:45:09.721" v="525"/>
          <ac:spMkLst>
            <pc:docMk/>
            <pc:sldMk cId="2619004749" sldId="280"/>
            <ac:spMk id="70" creationId="{B50F9752-5154-4288-8EF5-82FDE89D2839}"/>
          </ac:spMkLst>
        </pc:spChg>
        <pc:spChg chg="mod">
          <ac:chgData name="Alef Santos" userId="e94e91ad3b9f2a1e" providerId="LiveId" clId="{E2C17F3A-6B01-4639-BDA6-B49FCDD558F5}" dt="2026-06-15T19:45:47.768" v="531"/>
          <ac:spMkLst>
            <pc:docMk/>
            <pc:sldMk cId="2619004749" sldId="280"/>
            <ac:spMk id="74" creationId="{61E9DEE5-090A-4461-BC9F-CEF9CBA13E9D}"/>
          </ac:spMkLst>
        </pc:spChg>
        <pc:spChg chg="mod">
          <ac:chgData name="Alef Santos" userId="e94e91ad3b9f2a1e" providerId="LiveId" clId="{E2C17F3A-6B01-4639-BDA6-B49FCDD558F5}" dt="2026-06-15T19:45:55.077" v="533"/>
          <ac:spMkLst>
            <pc:docMk/>
            <pc:sldMk cId="2619004749" sldId="280"/>
            <ac:spMk id="78" creationId="{1F8F98F7-E401-4D45-883E-EFB250BA370F}"/>
          </ac:spMkLst>
        </pc:spChg>
        <pc:spChg chg="mod">
          <ac:chgData name="Alef Santos" userId="e94e91ad3b9f2a1e" providerId="LiveId" clId="{E2C17F3A-6B01-4639-BDA6-B49FCDD558F5}" dt="2026-06-15T19:47:27.408" v="548" actId="20577"/>
          <ac:spMkLst>
            <pc:docMk/>
            <pc:sldMk cId="2619004749" sldId="280"/>
            <ac:spMk id="82" creationId="{7084E172-D494-40A1-9DC2-8458AD3F6988}"/>
          </ac:spMkLst>
        </pc:spChg>
        <pc:spChg chg="mod">
          <ac:chgData name="Alef Santos" userId="e94e91ad3b9f2a1e" providerId="LiveId" clId="{E2C17F3A-6B01-4639-BDA6-B49FCDD558F5}" dt="2026-06-15T19:47:29.762" v="550" actId="20577"/>
          <ac:spMkLst>
            <pc:docMk/>
            <pc:sldMk cId="2619004749" sldId="280"/>
            <ac:spMk id="86" creationId="{132869E1-906D-49F5-BA81-FCF73C02076E}"/>
          </ac:spMkLst>
        </pc:spChg>
        <pc:spChg chg="mod">
          <ac:chgData name="Alef Santos" userId="e94e91ad3b9f2a1e" providerId="LiveId" clId="{E2C17F3A-6B01-4639-BDA6-B49FCDD558F5}" dt="2026-06-15T19:47:38.096" v="552" actId="20577"/>
          <ac:spMkLst>
            <pc:docMk/>
            <pc:sldMk cId="2619004749" sldId="280"/>
            <ac:spMk id="90" creationId="{3DB797C4-816E-4D58-B706-BDC432FED5E6}"/>
          </ac:spMkLst>
        </pc:spChg>
        <pc:spChg chg="mod">
          <ac:chgData name="Alef Santos" userId="e94e91ad3b9f2a1e" providerId="LiveId" clId="{E2C17F3A-6B01-4639-BDA6-B49FCDD558F5}" dt="2026-06-15T19:46:52.745" v="542"/>
          <ac:spMkLst>
            <pc:docMk/>
            <pc:sldMk cId="2619004749" sldId="280"/>
            <ac:spMk id="94" creationId="{04A721ED-DE1A-4984-B173-C4F8AAA28957}"/>
          </ac:spMkLst>
        </pc:spChg>
        <pc:spChg chg="mod">
          <ac:chgData name="Alef Santos" userId="e94e91ad3b9f2a1e" providerId="LiveId" clId="{E2C17F3A-6B01-4639-BDA6-B49FCDD558F5}" dt="2026-06-15T19:47:42.257" v="554" actId="20577"/>
          <ac:spMkLst>
            <pc:docMk/>
            <pc:sldMk cId="2619004749" sldId="280"/>
            <ac:spMk id="98" creationId="{F5D842EC-BD05-42D4-81A8-6637F87BEA6A}"/>
          </ac:spMkLst>
        </pc:spChg>
        <pc:spChg chg="mod">
          <ac:chgData name="Alef Santos" userId="e94e91ad3b9f2a1e" providerId="LiveId" clId="{E2C17F3A-6B01-4639-BDA6-B49FCDD558F5}" dt="2026-06-15T19:46:52.745" v="542"/>
          <ac:spMkLst>
            <pc:docMk/>
            <pc:sldMk cId="2619004749" sldId="280"/>
            <ac:spMk id="102" creationId="{B7253B01-3220-442F-B3A5-96AF3C222A2B}"/>
          </ac:spMkLst>
        </pc:spChg>
        <pc:spChg chg="mod">
          <ac:chgData name="Alef Santos" userId="e94e91ad3b9f2a1e" providerId="LiveId" clId="{E2C17F3A-6B01-4639-BDA6-B49FCDD558F5}" dt="2026-06-15T19:47:45.713" v="556" actId="20577"/>
          <ac:spMkLst>
            <pc:docMk/>
            <pc:sldMk cId="2619004749" sldId="280"/>
            <ac:spMk id="106" creationId="{2874383D-FB3E-4539-8C92-6EAAD25BC235}"/>
          </ac:spMkLst>
        </pc:spChg>
        <pc:spChg chg="add del mod">
          <ac:chgData name="Alef Santos" userId="e94e91ad3b9f2a1e" providerId="LiveId" clId="{E2C17F3A-6B01-4639-BDA6-B49FCDD558F5}" dt="2026-06-15T19:48:28.497" v="569" actId="478"/>
          <ac:spMkLst>
            <pc:docMk/>
            <pc:sldMk cId="2619004749" sldId="280"/>
            <ac:spMk id="109" creationId="{042BDA6E-C415-45E0-88C9-F2278F731687}"/>
          </ac:spMkLst>
        </pc:spChg>
        <pc:spChg chg="add del mod">
          <ac:chgData name="Alef Santos" userId="e94e91ad3b9f2a1e" providerId="LiveId" clId="{E2C17F3A-6B01-4639-BDA6-B49FCDD558F5}" dt="2026-06-19T16:41:25.724" v="2105" actId="478"/>
          <ac:spMkLst>
            <pc:docMk/>
            <pc:sldMk cId="2619004749" sldId="280"/>
            <ac:spMk id="110" creationId="{8183C3BB-21B1-4036-A969-D2E133B212F0}"/>
          </ac:spMkLst>
        </pc:spChg>
        <pc:spChg chg="add del mod">
          <ac:chgData name="Alef Santos" userId="e94e91ad3b9f2a1e" providerId="LiveId" clId="{E2C17F3A-6B01-4639-BDA6-B49FCDD558F5}" dt="2026-06-19T16:41:31.451" v="2110" actId="478"/>
          <ac:spMkLst>
            <pc:docMk/>
            <pc:sldMk cId="2619004749" sldId="280"/>
            <ac:spMk id="111" creationId="{07655DE2-DACF-4017-B50A-01CF46CB1A04}"/>
          </ac:spMkLst>
        </pc:spChg>
        <pc:spChg chg="add del mod">
          <ac:chgData name="Alef Santos" userId="e94e91ad3b9f2a1e" providerId="LiveId" clId="{E2C17F3A-6B01-4639-BDA6-B49FCDD558F5}" dt="2026-06-19T16:41:29.387" v="2107" actId="478"/>
          <ac:spMkLst>
            <pc:docMk/>
            <pc:sldMk cId="2619004749" sldId="280"/>
            <ac:spMk id="112" creationId="{05D68622-AD02-43A0-A9D2-817F43BA7C9B}"/>
          </ac:spMkLst>
        </pc:spChg>
        <pc:spChg chg="add del mod">
          <ac:chgData name="Alef Santos" userId="e94e91ad3b9f2a1e" providerId="LiveId" clId="{E2C17F3A-6B01-4639-BDA6-B49FCDD558F5}" dt="2026-06-15T19:49:06.337" v="576" actId="478"/>
          <ac:spMkLst>
            <pc:docMk/>
            <pc:sldMk cId="2619004749" sldId="280"/>
            <ac:spMk id="113" creationId="{11B57215-1862-4ED9-B352-BCC0C3F7B37C}"/>
          </ac:spMkLst>
        </pc:spChg>
        <pc:spChg chg="add del mod">
          <ac:chgData name="Alef Santos" userId="e94e91ad3b9f2a1e" providerId="LiveId" clId="{E2C17F3A-6B01-4639-BDA6-B49FCDD558F5}" dt="2026-06-19T16:41:28.731" v="2106" actId="478"/>
          <ac:spMkLst>
            <pc:docMk/>
            <pc:sldMk cId="2619004749" sldId="280"/>
            <ac:spMk id="114" creationId="{876BFA83-54AC-421E-87B2-74E409F0DDD8}"/>
          </ac:spMkLst>
        </pc:spChg>
        <pc:spChg chg="add del mod">
          <ac:chgData name="Alef Santos" userId="e94e91ad3b9f2a1e" providerId="LiveId" clId="{E2C17F3A-6B01-4639-BDA6-B49FCDD558F5}" dt="2026-06-19T16:41:30.699" v="2109" actId="478"/>
          <ac:spMkLst>
            <pc:docMk/>
            <pc:sldMk cId="2619004749" sldId="280"/>
            <ac:spMk id="115" creationId="{EFD81D88-FF68-4753-8E67-98AEBB22F383}"/>
          </ac:spMkLst>
        </pc:spChg>
        <pc:spChg chg="add mod">
          <ac:chgData name="Alef Santos" userId="e94e91ad3b9f2a1e" providerId="LiveId" clId="{E2C17F3A-6B01-4639-BDA6-B49FCDD558F5}" dt="2026-06-19T16:41:29.963" v="2108" actId="6549"/>
          <ac:spMkLst>
            <pc:docMk/>
            <pc:sldMk cId="2619004749" sldId="280"/>
            <ac:spMk id="116" creationId="{FF78C161-7832-48A5-A7AE-D30219936427}"/>
          </ac:spMkLst>
        </pc:spChg>
        <pc:grpChg chg="add mod">
          <ac:chgData name="Alef Santos" userId="e94e91ad3b9f2a1e" providerId="LiveId" clId="{E2C17F3A-6B01-4639-BDA6-B49FCDD558F5}" dt="2026-06-15T19:37:43.024" v="523" actId="1076"/>
          <ac:grpSpMkLst>
            <pc:docMk/>
            <pc:sldMk cId="2619004749" sldId="280"/>
            <ac:grpSpMk id="22" creationId="{2997DCC7-80A9-4FB6-A3EE-0433BB15B048}"/>
          </ac:grpSpMkLst>
        </pc:grpChg>
        <pc:grpChg chg="del">
          <ac:chgData name="Alef Santos" userId="e94e91ad3b9f2a1e" providerId="LiveId" clId="{E2C17F3A-6B01-4639-BDA6-B49FCDD558F5}" dt="2026-06-15T19:34:14.129" v="509" actId="478"/>
          <ac:grpSpMkLst>
            <pc:docMk/>
            <pc:sldMk cId="2619004749" sldId="280"/>
            <ac:grpSpMk id="33" creationId="{4A36BF57-EE5C-4968-B521-FBE24724B938}"/>
          </ac:grpSpMkLst>
        </pc:grpChg>
        <pc:grpChg chg="mod">
          <ac:chgData name="Alef Santos" userId="e94e91ad3b9f2a1e" providerId="LiveId" clId="{E2C17F3A-6B01-4639-BDA6-B49FCDD558F5}" dt="2026-06-15T19:37:38.682" v="522" actId="164"/>
          <ac:grpSpMkLst>
            <pc:docMk/>
            <pc:sldMk cId="2619004749" sldId="280"/>
            <ac:grpSpMk id="40" creationId="{22B72469-931B-42CC-9DA7-657D4ECBD744}"/>
          </ac:grpSpMkLst>
        </pc:grpChg>
        <pc:grpChg chg="add del mod">
          <ac:chgData name="Alef Santos" userId="e94e91ad3b9f2a1e" providerId="LiveId" clId="{E2C17F3A-6B01-4639-BDA6-B49FCDD558F5}" dt="2026-06-19T16:41:15.773" v="2095" actId="478"/>
          <ac:grpSpMkLst>
            <pc:docMk/>
            <pc:sldMk cId="2619004749" sldId="280"/>
            <ac:grpSpMk id="53" creationId="{BD64E317-AB2E-49E4-9F45-97FA9B72587E}"/>
          </ac:grpSpMkLst>
        </pc:grpChg>
        <pc:grpChg chg="add del mod">
          <ac:chgData name="Alef Santos" userId="e94e91ad3b9f2a1e" providerId="LiveId" clId="{E2C17F3A-6B01-4639-BDA6-B49FCDD558F5}" dt="2026-06-15T19:47:19.475" v="544" actId="478"/>
          <ac:grpSpMkLst>
            <pc:docMk/>
            <pc:sldMk cId="2619004749" sldId="280"/>
            <ac:grpSpMk id="57" creationId="{81AB3D2B-1327-4890-8DA2-B26A99177B27}"/>
          </ac:grpSpMkLst>
        </pc:grpChg>
        <pc:grpChg chg="add del mod">
          <ac:chgData name="Alef Santos" userId="e94e91ad3b9f2a1e" providerId="LiveId" clId="{E2C17F3A-6B01-4639-BDA6-B49FCDD558F5}" dt="2026-06-15T19:47:21.299" v="545" actId="478"/>
          <ac:grpSpMkLst>
            <pc:docMk/>
            <pc:sldMk cId="2619004749" sldId="280"/>
            <ac:grpSpMk id="61" creationId="{F827763F-C4B8-4300-AE37-8C79F11083A4}"/>
          </ac:grpSpMkLst>
        </pc:grpChg>
        <pc:grpChg chg="add del mod">
          <ac:chgData name="Alef Santos" userId="e94e91ad3b9f2a1e" providerId="LiveId" clId="{E2C17F3A-6B01-4639-BDA6-B49FCDD558F5}" dt="2026-06-15T19:47:21.937" v="546" actId="478"/>
          <ac:grpSpMkLst>
            <pc:docMk/>
            <pc:sldMk cId="2619004749" sldId="280"/>
            <ac:grpSpMk id="65" creationId="{5AE09F0D-3E98-47BF-BC91-3A7D21E6E567}"/>
          </ac:grpSpMkLst>
        </pc:grpChg>
        <pc:grpChg chg="add del mod">
          <ac:chgData name="Alef Santos" userId="e94e91ad3b9f2a1e" providerId="LiveId" clId="{E2C17F3A-6B01-4639-BDA6-B49FCDD558F5}" dt="2026-06-15T19:47:49.121" v="557" actId="478"/>
          <ac:grpSpMkLst>
            <pc:docMk/>
            <pc:sldMk cId="2619004749" sldId="280"/>
            <ac:grpSpMk id="69" creationId="{38536B47-519D-4898-85CE-6860D5087B75}"/>
          </ac:grpSpMkLst>
        </pc:grpChg>
        <pc:grpChg chg="add del mod">
          <ac:chgData name="Alef Santos" userId="e94e91ad3b9f2a1e" providerId="LiveId" clId="{E2C17F3A-6B01-4639-BDA6-B49FCDD558F5}" dt="2026-06-19T16:41:16.507" v="2096" actId="478"/>
          <ac:grpSpMkLst>
            <pc:docMk/>
            <pc:sldMk cId="2619004749" sldId="280"/>
            <ac:grpSpMk id="73" creationId="{F72C23F1-9A44-4747-AABF-318A03FD8745}"/>
          </ac:grpSpMkLst>
        </pc:grpChg>
        <pc:grpChg chg="add del mod">
          <ac:chgData name="Alef Santos" userId="e94e91ad3b9f2a1e" providerId="LiveId" clId="{E2C17F3A-6B01-4639-BDA6-B49FCDD558F5}" dt="2026-06-19T16:41:17.337" v="2097" actId="478"/>
          <ac:grpSpMkLst>
            <pc:docMk/>
            <pc:sldMk cId="2619004749" sldId="280"/>
            <ac:grpSpMk id="77" creationId="{0C22A9CE-A31E-4317-8F06-6F4DB5B509CA}"/>
          </ac:grpSpMkLst>
        </pc:grpChg>
        <pc:grpChg chg="add del mod">
          <ac:chgData name="Alef Santos" userId="e94e91ad3b9f2a1e" providerId="LiveId" clId="{E2C17F3A-6B01-4639-BDA6-B49FCDD558F5}" dt="2026-06-19T16:41:17.915" v="2098" actId="478"/>
          <ac:grpSpMkLst>
            <pc:docMk/>
            <pc:sldMk cId="2619004749" sldId="280"/>
            <ac:grpSpMk id="81" creationId="{3A6A18B3-A05A-4B8E-8305-48A6924F14A2}"/>
          </ac:grpSpMkLst>
        </pc:grpChg>
        <pc:grpChg chg="add del mod">
          <ac:chgData name="Alef Santos" userId="e94e91ad3b9f2a1e" providerId="LiveId" clId="{E2C17F3A-6B01-4639-BDA6-B49FCDD558F5}" dt="2026-06-19T16:41:18.954" v="2099" actId="478"/>
          <ac:grpSpMkLst>
            <pc:docMk/>
            <pc:sldMk cId="2619004749" sldId="280"/>
            <ac:grpSpMk id="85" creationId="{A9780D0A-ED95-4D10-8AD5-E92906920A07}"/>
          </ac:grpSpMkLst>
        </pc:grpChg>
        <pc:grpChg chg="add del mod">
          <ac:chgData name="Alef Santos" userId="e94e91ad3b9f2a1e" providerId="LiveId" clId="{E2C17F3A-6B01-4639-BDA6-B49FCDD558F5}" dt="2026-06-19T16:41:19.944" v="2100" actId="478"/>
          <ac:grpSpMkLst>
            <pc:docMk/>
            <pc:sldMk cId="2619004749" sldId="280"/>
            <ac:grpSpMk id="89" creationId="{FB11C9BC-E6E8-4F81-B944-569E431C7DF9}"/>
          </ac:grpSpMkLst>
        </pc:grpChg>
        <pc:grpChg chg="add del mod">
          <ac:chgData name="Alef Santos" userId="e94e91ad3b9f2a1e" providerId="LiveId" clId="{E2C17F3A-6B01-4639-BDA6-B49FCDD558F5}" dt="2026-06-19T16:41:21.034" v="2101" actId="478"/>
          <ac:grpSpMkLst>
            <pc:docMk/>
            <pc:sldMk cId="2619004749" sldId="280"/>
            <ac:grpSpMk id="93" creationId="{5FB34ACB-E8F1-492F-8F4D-47BCC4569AE2}"/>
          </ac:grpSpMkLst>
        </pc:grpChg>
        <pc:grpChg chg="add del mod">
          <ac:chgData name="Alef Santos" userId="e94e91ad3b9f2a1e" providerId="LiveId" clId="{E2C17F3A-6B01-4639-BDA6-B49FCDD558F5}" dt="2026-06-19T16:41:22.507" v="2102" actId="478"/>
          <ac:grpSpMkLst>
            <pc:docMk/>
            <pc:sldMk cId="2619004749" sldId="280"/>
            <ac:grpSpMk id="97" creationId="{A6222484-88C4-47C7-B88F-8E7A3DB8EF9A}"/>
          </ac:grpSpMkLst>
        </pc:grpChg>
        <pc:grpChg chg="add del mod">
          <ac:chgData name="Alef Santos" userId="e94e91ad3b9f2a1e" providerId="LiveId" clId="{E2C17F3A-6B01-4639-BDA6-B49FCDD558F5}" dt="2026-06-19T16:41:23.051" v="2103" actId="478"/>
          <ac:grpSpMkLst>
            <pc:docMk/>
            <pc:sldMk cId="2619004749" sldId="280"/>
            <ac:grpSpMk id="101" creationId="{1AB6F1C7-D208-4B61-BF32-963437B51D6F}"/>
          </ac:grpSpMkLst>
        </pc:grpChg>
        <pc:grpChg chg="add del mod">
          <ac:chgData name="Alef Santos" userId="e94e91ad3b9f2a1e" providerId="LiveId" clId="{E2C17F3A-6B01-4639-BDA6-B49FCDD558F5}" dt="2026-06-19T16:41:23.739" v="2104" actId="478"/>
          <ac:grpSpMkLst>
            <pc:docMk/>
            <pc:sldMk cId="2619004749" sldId="280"/>
            <ac:grpSpMk id="105" creationId="{51643FE1-87F0-4199-B7DB-DDB36A0CED4B}"/>
          </ac:grpSpMkLst>
        </pc:grpChg>
        <pc:graphicFrameChg chg="del">
          <ac:chgData name="Alef Santos" userId="e94e91ad3b9f2a1e" providerId="LiveId" clId="{E2C17F3A-6B01-4639-BDA6-B49FCDD558F5}" dt="2026-06-15T19:33:35.721" v="504" actId="478"/>
          <ac:graphicFrameMkLst>
            <pc:docMk/>
            <pc:sldMk cId="2619004749" sldId="280"/>
            <ac:graphicFrameMk id="21" creationId="{E8622A3B-3CF3-4BBB-9417-D9DDC4C10160}"/>
          </ac:graphicFrameMkLst>
        </pc:graphicFrameChg>
        <pc:graphicFrameChg chg="add del mod modGraphic">
          <ac:chgData name="Alef Santos" userId="e94e91ad3b9f2a1e" providerId="LiveId" clId="{E2C17F3A-6B01-4639-BDA6-B49FCDD558F5}" dt="2026-06-15T19:34:09.497" v="508"/>
          <ac:graphicFrameMkLst>
            <pc:docMk/>
            <pc:sldMk cId="2619004749" sldId="280"/>
            <ac:graphicFrameMk id="44" creationId="{139534C6-4D58-4514-A584-0B64642F2162}"/>
          </ac:graphicFrameMkLst>
        </pc:graphicFrameChg>
        <pc:graphicFrameChg chg="add del mod modGraphic">
          <ac:chgData name="Alef Santos" userId="e94e91ad3b9f2a1e" providerId="LiveId" clId="{E2C17F3A-6B01-4639-BDA6-B49FCDD558F5}" dt="2026-06-15T19:34:09.497" v="508"/>
          <ac:graphicFrameMkLst>
            <pc:docMk/>
            <pc:sldMk cId="2619004749" sldId="280"/>
            <ac:graphicFrameMk id="45" creationId="{7225B3F8-8577-4BBA-85FB-C7EE9D6AE927}"/>
          </ac:graphicFrameMkLst>
        </pc:graphicFrameChg>
        <pc:graphicFrameChg chg="add del mod modGraphic">
          <ac:chgData name="Alef Santos" userId="e94e91ad3b9f2a1e" providerId="LiveId" clId="{E2C17F3A-6B01-4639-BDA6-B49FCDD558F5}" dt="2026-06-15T19:34:09.497" v="508"/>
          <ac:graphicFrameMkLst>
            <pc:docMk/>
            <pc:sldMk cId="2619004749" sldId="280"/>
            <ac:graphicFrameMk id="46" creationId="{309DBD67-250A-4508-A67B-2A3A61A382F9}"/>
          </ac:graphicFrameMkLst>
        </pc:graphicFrameChg>
        <pc:graphicFrameChg chg="add mod modGraphic">
          <ac:chgData name="Alef Santos" userId="e94e91ad3b9f2a1e" providerId="LiveId" clId="{E2C17F3A-6B01-4639-BDA6-B49FCDD558F5}" dt="2026-06-15T19:44:39.225" v="524" actId="1076"/>
          <ac:graphicFrameMkLst>
            <pc:docMk/>
            <pc:sldMk cId="2619004749" sldId="280"/>
            <ac:graphicFrameMk id="47" creationId="{9BE8394D-41AD-48DC-9E8F-1BEF9826F720}"/>
          </ac:graphicFrameMkLst>
        </pc:graphicFrameChg>
        <pc:graphicFrameChg chg="add mod modGraphic">
          <ac:chgData name="Alef Santos" userId="e94e91ad3b9f2a1e" providerId="LiveId" clId="{E2C17F3A-6B01-4639-BDA6-B49FCDD558F5}" dt="2026-06-15T19:44:39.225" v="524" actId="1076"/>
          <ac:graphicFrameMkLst>
            <pc:docMk/>
            <pc:sldMk cId="2619004749" sldId="280"/>
            <ac:graphicFrameMk id="48" creationId="{025CB121-9B28-43DE-9597-4C1E5FD76E58}"/>
          </ac:graphicFrameMkLst>
        </pc:graphicFrameChg>
        <pc:graphicFrameChg chg="add mod modGraphic">
          <ac:chgData name="Alef Santos" userId="e94e91ad3b9f2a1e" providerId="LiveId" clId="{E2C17F3A-6B01-4639-BDA6-B49FCDD558F5}" dt="2026-06-15T19:44:39.225" v="524" actId="1076"/>
          <ac:graphicFrameMkLst>
            <pc:docMk/>
            <pc:sldMk cId="2619004749" sldId="280"/>
            <ac:graphicFrameMk id="49" creationId="{F34B81CF-C5A8-4DEF-B9D6-065F95440E86}"/>
          </ac:graphicFrameMkLst>
        </pc:graphicFrameChg>
        <pc:graphicFrameChg chg="add del mod">
          <ac:chgData name="Alef Santos" userId="e94e91ad3b9f2a1e" providerId="LiveId" clId="{E2C17F3A-6B01-4639-BDA6-B49FCDD558F5}" dt="2026-06-15T19:35:04.278" v="514"/>
          <ac:graphicFrameMkLst>
            <pc:docMk/>
            <pc:sldMk cId="2619004749" sldId="280"/>
            <ac:graphicFrameMk id="50" creationId="{312DDCD9-B10B-49F6-A8D4-3FF9D63E5E2A}"/>
          </ac:graphicFrameMkLst>
        </pc:graphicFrameChg>
        <pc:graphicFrameChg chg="add del mod">
          <ac:chgData name="Alef Santos" userId="e94e91ad3b9f2a1e" providerId="LiveId" clId="{E2C17F3A-6B01-4639-BDA6-B49FCDD558F5}" dt="2026-06-15T19:35:04.278" v="514"/>
          <ac:graphicFrameMkLst>
            <pc:docMk/>
            <pc:sldMk cId="2619004749" sldId="280"/>
            <ac:graphicFrameMk id="51" creationId="{E1072E9C-CF49-4159-A6B9-FB0A4435A41E}"/>
          </ac:graphicFrameMkLst>
        </pc:graphicFrameChg>
        <pc:graphicFrameChg chg="add del mod">
          <ac:chgData name="Alef Santos" userId="e94e91ad3b9f2a1e" providerId="LiveId" clId="{E2C17F3A-6B01-4639-BDA6-B49FCDD558F5}" dt="2026-06-15T19:35:04.278" v="514"/>
          <ac:graphicFrameMkLst>
            <pc:docMk/>
            <pc:sldMk cId="2619004749" sldId="280"/>
            <ac:graphicFrameMk id="52" creationId="{82049592-CC22-420D-974E-36A6E365258A}"/>
          </ac:graphicFrameMkLst>
        </pc:graphicFrameChg>
        <pc:cxnChg chg="mod">
          <ac:chgData name="Alef Santos" userId="e94e91ad3b9f2a1e" providerId="LiveId" clId="{E2C17F3A-6B01-4639-BDA6-B49FCDD558F5}" dt="2026-06-19T16:41:15.773" v="2095" actId="478"/>
          <ac:cxnSpMkLst>
            <pc:docMk/>
            <pc:sldMk cId="2619004749" sldId="280"/>
            <ac:cxnSpMk id="55" creationId="{3FC506BE-6B61-4D4E-9EC8-97E2FB16A0D4}"/>
          </ac:cxnSpMkLst>
        </pc:cxnChg>
        <pc:cxnChg chg="mod">
          <ac:chgData name="Alef Santos" userId="e94e91ad3b9f2a1e" providerId="LiveId" clId="{E2C17F3A-6B01-4639-BDA6-B49FCDD558F5}" dt="2026-06-19T16:41:15.773" v="2095" actId="478"/>
          <ac:cxnSpMkLst>
            <pc:docMk/>
            <pc:sldMk cId="2619004749" sldId="280"/>
            <ac:cxnSpMk id="56" creationId="{932778C2-6FEA-481F-8500-BA51B98BF8FD}"/>
          </ac:cxnSpMkLst>
        </pc:cxnChg>
        <pc:cxnChg chg="mod">
          <ac:chgData name="Alef Santos" userId="e94e91ad3b9f2a1e" providerId="LiveId" clId="{E2C17F3A-6B01-4639-BDA6-B49FCDD558F5}" dt="2026-06-15T19:47:19.475" v="544" actId="478"/>
          <ac:cxnSpMkLst>
            <pc:docMk/>
            <pc:sldMk cId="2619004749" sldId="280"/>
            <ac:cxnSpMk id="59" creationId="{08C76E48-8A8D-4356-9DD9-CC62C1A16654}"/>
          </ac:cxnSpMkLst>
        </pc:cxnChg>
        <pc:cxnChg chg="mod">
          <ac:chgData name="Alef Santos" userId="e94e91ad3b9f2a1e" providerId="LiveId" clId="{E2C17F3A-6B01-4639-BDA6-B49FCDD558F5}" dt="2026-06-15T19:47:19.475" v="544" actId="478"/>
          <ac:cxnSpMkLst>
            <pc:docMk/>
            <pc:sldMk cId="2619004749" sldId="280"/>
            <ac:cxnSpMk id="60" creationId="{33F48FAF-BEC8-4210-9945-3E3B0B9F7388}"/>
          </ac:cxnSpMkLst>
        </pc:cxnChg>
        <pc:cxnChg chg="mod">
          <ac:chgData name="Alef Santos" userId="e94e91ad3b9f2a1e" providerId="LiveId" clId="{E2C17F3A-6B01-4639-BDA6-B49FCDD558F5}" dt="2026-06-15T19:47:21.299" v="545" actId="478"/>
          <ac:cxnSpMkLst>
            <pc:docMk/>
            <pc:sldMk cId="2619004749" sldId="280"/>
            <ac:cxnSpMk id="63" creationId="{4C90AD37-1245-495C-82FC-9D52C21891E5}"/>
          </ac:cxnSpMkLst>
        </pc:cxnChg>
        <pc:cxnChg chg="mod">
          <ac:chgData name="Alef Santos" userId="e94e91ad3b9f2a1e" providerId="LiveId" clId="{E2C17F3A-6B01-4639-BDA6-B49FCDD558F5}" dt="2026-06-15T19:47:21.299" v="545" actId="478"/>
          <ac:cxnSpMkLst>
            <pc:docMk/>
            <pc:sldMk cId="2619004749" sldId="280"/>
            <ac:cxnSpMk id="64" creationId="{9799BD40-ABA5-4BE5-9921-AD4E37F35E4D}"/>
          </ac:cxnSpMkLst>
        </pc:cxnChg>
        <pc:cxnChg chg="mod">
          <ac:chgData name="Alef Santos" userId="e94e91ad3b9f2a1e" providerId="LiveId" clId="{E2C17F3A-6B01-4639-BDA6-B49FCDD558F5}" dt="2026-06-15T19:47:21.937" v="546" actId="478"/>
          <ac:cxnSpMkLst>
            <pc:docMk/>
            <pc:sldMk cId="2619004749" sldId="280"/>
            <ac:cxnSpMk id="67" creationId="{6321EC6F-15D9-4CD9-9BF0-4CDD75DFA426}"/>
          </ac:cxnSpMkLst>
        </pc:cxnChg>
        <pc:cxnChg chg="mod">
          <ac:chgData name="Alef Santos" userId="e94e91ad3b9f2a1e" providerId="LiveId" clId="{E2C17F3A-6B01-4639-BDA6-B49FCDD558F5}" dt="2026-06-15T19:47:21.937" v="546" actId="478"/>
          <ac:cxnSpMkLst>
            <pc:docMk/>
            <pc:sldMk cId="2619004749" sldId="280"/>
            <ac:cxnSpMk id="68" creationId="{7BFF32CF-6704-4377-AF3B-DD90D3F5594C}"/>
          </ac:cxnSpMkLst>
        </pc:cxnChg>
        <pc:cxnChg chg="mod">
          <ac:chgData name="Alef Santos" userId="e94e91ad3b9f2a1e" providerId="LiveId" clId="{E2C17F3A-6B01-4639-BDA6-B49FCDD558F5}" dt="2026-06-15T19:47:49.121" v="557" actId="478"/>
          <ac:cxnSpMkLst>
            <pc:docMk/>
            <pc:sldMk cId="2619004749" sldId="280"/>
            <ac:cxnSpMk id="71" creationId="{AC495BD8-E759-4815-B1B7-F5BE0086F286}"/>
          </ac:cxnSpMkLst>
        </pc:cxnChg>
        <pc:cxnChg chg="mod">
          <ac:chgData name="Alef Santos" userId="e94e91ad3b9f2a1e" providerId="LiveId" clId="{E2C17F3A-6B01-4639-BDA6-B49FCDD558F5}" dt="2026-06-15T19:47:49.121" v="557" actId="478"/>
          <ac:cxnSpMkLst>
            <pc:docMk/>
            <pc:sldMk cId="2619004749" sldId="280"/>
            <ac:cxnSpMk id="72" creationId="{6C6E4C9A-9F77-4497-9C92-0BC66248A035}"/>
          </ac:cxnSpMkLst>
        </pc:cxnChg>
        <pc:cxnChg chg="mod">
          <ac:chgData name="Alef Santos" userId="e94e91ad3b9f2a1e" providerId="LiveId" clId="{E2C17F3A-6B01-4639-BDA6-B49FCDD558F5}" dt="2026-06-19T16:41:16.507" v="2096" actId="478"/>
          <ac:cxnSpMkLst>
            <pc:docMk/>
            <pc:sldMk cId="2619004749" sldId="280"/>
            <ac:cxnSpMk id="75" creationId="{D85CE868-C09C-4BB4-8E7C-80D524C86950}"/>
          </ac:cxnSpMkLst>
        </pc:cxnChg>
        <pc:cxnChg chg="mod">
          <ac:chgData name="Alef Santos" userId="e94e91ad3b9f2a1e" providerId="LiveId" clId="{E2C17F3A-6B01-4639-BDA6-B49FCDD558F5}" dt="2026-06-19T16:41:16.507" v="2096" actId="478"/>
          <ac:cxnSpMkLst>
            <pc:docMk/>
            <pc:sldMk cId="2619004749" sldId="280"/>
            <ac:cxnSpMk id="76" creationId="{425CC99D-F1C9-42B7-A9A9-70F068B454B3}"/>
          </ac:cxnSpMkLst>
        </pc:cxnChg>
        <pc:cxnChg chg="mod">
          <ac:chgData name="Alef Santos" userId="e94e91ad3b9f2a1e" providerId="LiveId" clId="{E2C17F3A-6B01-4639-BDA6-B49FCDD558F5}" dt="2026-06-19T16:41:17.337" v="2097" actId="478"/>
          <ac:cxnSpMkLst>
            <pc:docMk/>
            <pc:sldMk cId="2619004749" sldId="280"/>
            <ac:cxnSpMk id="79" creationId="{5EA7F2D1-2343-4F23-A522-935ACE636FAF}"/>
          </ac:cxnSpMkLst>
        </pc:cxnChg>
        <pc:cxnChg chg="mod">
          <ac:chgData name="Alef Santos" userId="e94e91ad3b9f2a1e" providerId="LiveId" clId="{E2C17F3A-6B01-4639-BDA6-B49FCDD558F5}" dt="2026-06-19T16:41:17.337" v="2097" actId="478"/>
          <ac:cxnSpMkLst>
            <pc:docMk/>
            <pc:sldMk cId="2619004749" sldId="280"/>
            <ac:cxnSpMk id="80" creationId="{9A383710-6544-40D9-B25E-1B25375790DC}"/>
          </ac:cxnSpMkLst>
        </pc:cxnChg>
        <pc:cxnChg chg="mod">
          <ac:chgData name="Alef Santos" userId="e94e91ad3b9f2a1e" providerId="LiveId" clId="{E2C17F3A-6B01-4639-BDA6-B49FCDD558F5}" dt="2026-06-19T16:41:17.915" v="2098" actId="478"/>
          <ac:cxnSpMkLst>
            <pc:docMk/>
            <pc:sldMk cId="2619004749" sldId="280"/>
            <ac:cxnSpMk id="83" creationId="{7492DA52-4B51-4100-8D49-AB05A6FD5375}"/>
          </ac:cxnSpMkLst>
        </pc:cxnChg>
        <pc:cxnChg chg="mod">
          <ac:chgData name="Alef Santos" userId="e94e91ad3b9f2a1e" providerId="LiveId" clId="{E2C17F3A-6B01-4639-BDA6-B49FCDD558F5}" dt="2026-06-19T16:41:17.915" v="2098" actId="478"/>
          <ac:cxnSpMkLst>
            <pc:docMk/>
            <pc:sldMk cId="2619004749" sldId="280"/>
            <ac:cxnSpMk id="84" creationId="{FB781E2F-019A-4422-A5B3-B5F89A6EAB89}"/>
          </ac:cxnSpMkLst>
        </pc:cxnChg>
        <pc:cxnChg chg="mod">
          <ac:chgData name="Alef Santos" userId="e94e91ad3b9f2a1e" providerId="LiveId" clId="{E2C17F3A-6B01-4639-BDA6-B49FCDD558F5}" dt="2026-06-19T16:41:18.954" v="2099" actId="478"/>
          <ac:cxnSpMkLst>
            <pc:docMk/>
            <pc:sldMk cId="2619004749" sldId="280"/>
            <ac:cxnSpMk id="87" creationId="{A5E7944B-DAE4-472F-B036-66A41FE611DB}"/>
          </ac:cxnSpMkLst>
        </pc:cxnChg>
        <pc:cxnChg chg="mod">
          <ac:chgData name="Alef Santos" userId="e94e91ad3b9f2a1e" providerId="LiveId" clId="{E2C17F3A-6B01-4639-BDA6-B49FCDD558F5}" dt="2026-06-19T16:41:18.954" v="2099" actId="478"/>
          <ac:cxnSpMkLst>
            <pc:docMk/>
            <pc:sldMk cId="2619004749" sldId="280"/>
            <ac:cxnSpMk id="88" creationId="{F6171A6A-7303-4382-9AE9-3311CE539208}"/>
          </ac:cxnSpMkLst>
        </pc:cxnChg>
        <pc:cxnChg chg="mod">
          <ac:chgData name="Alef Santos" userId="e94e91ad3b9f2a1e" providerId="LiveId" clId="{E2C17F3A-6B01-4639-BDA6-B49FCDD558F5}" dt="2026-06-19T16:41:19.944" v="2100" actId="478"/>
          <ac:cxnSpMkLst>
            <pc:docMk/>
            <pc:sldMk cId="2619004749" sldId="280"/>
            <ac:cxnSpMk id="91" creationId="{7BA284AE-74C0-43A1-B981-DD281691635D}"/>
          </ac:cxnSpMkLst>
        </pc:cxnChg>
        <pc:cxnChg chg="mod">
          <ac:chgData name="Alef Santos" userId="e94e91ad3b9f2a1e" providerId="LiveId" clId="{E2C17F3A-6B01-4639-BDA6-B49FCDD558F5}" dt="2026-06-19T16:41:19.944" v="2100" actId="478"/>
          <ac:cxnSpMkLst>
            <pc:docMk/>
            <pc:sldMk cId="2619004749" sldId="280"/>
            <ac:cxnSpMk id="92" creationId="{577EA072-74C3-4854-9B09-61D8E02F53CC}"/>
          </ac:cxnSpMkLst>
        </pc:cxnChg>
        <pc:cxnChg chg="mod">
          <ac:chgData name="Alef Santos" userId="e94e91ad3b9f2a1e" providerId="LiveId" clId="{E2C17F3A-6B01-4639-BDA6-B49FCDD558F5}" dt="2026-06-19T16:41:21.034" v="2101" actId="478"/>
          <ac:cxnSpMkLst>
            <pc:docMk/>
            <pc:sldMk cId="2619004749" sldId="280"/>
            <ac:cxnSpMk id="95" creationId="{F832C0B1-7711-4233-8F35-D541FE270645}"/>
          </ac:cxnSpMkLst>
        </pc:cxnChg>
        <pc:cxnChg chg="mod">
          <ac:chgData name="Alef Santos" userId="e94e91ad3b9f2a1e" providerId="LiveId" clId="{E2C17F3A-6B01-4639-BDA6-B49FCDD558F5}" dt="2026-06-19T16:41:21.034" v="2101" actId="478"/>
          <ac:cxnSpMkLst>
            <pc:docMk/>
            <pc:sldMk cId="2619004749" sldId="280"/>
            <ac:cxnSpMk id="96" creationId="{F0E2A2E0-AC5D-4FA9-A3B7-97B2C384BA45}"/>
          </ac:cxnSpMkLst>
        </pc:cxnChg>
        <pc:cxnChg chg="mod">
          <ac:chgData name="Alef Santos" userId="e94e91ad3b9f2a1e" providerId="LiveId" clId="{E2C17F3A-6B01-4639-BDA6-B49FCDD558F5}" dt="2026-06-19T16:41:22.507" v="2102" actId="478"/>
          <ac:cxnSpMkLst>
            <pc:docMk/>
            <pc:sldMk cId="2619004749" sldId="280"/>
            <ac:cxnSpMk id="99" creationId="{380D2291-23E8-4179-9CE8-601F9DCADEC8}"/>
          </ac:cxnSpMkLst>
        </pc:cxnChg>
        <pc:cxnChg chg="mod">
          <ac:chgData name="Alef Santos" userId="e94e91ad3b9f2a1e" providerId="LiveId" clId="{E2C17F3A-6B01-4639-BDA6-B49FCDD558F5}" dt="2026-06-19T16:41:22.507" v="2102" actId="478"/>
          <ac:cxnSpMkLst>
            <pc:docMk/>
            <pc:sldMk cId="2619004749" sldId="280"/>
            <ac:cxnSpMk id="100" creationId="{7C898C0B-7D6C-47C8-A2B4-4B36E3AB30DD}"/>
          </ac:cxnSpMkLst>
        </pc:cxnChg>
        <pc:cxnChg chg="mod">
          <ac:chgData name="Alef Santos" userId="e94e91ad3b9f2a1e" providerId="LiveId" clId="{E2C17F3A-6B01-4639-BDA6-B49FCDD558F5}" dt="2026-06-19T16:41:23.051" v="2103" actId="478"/>
          <ac:cxnSpMkLst>
            <pc:docMk/>
            <pc:sldMk cId="2619004749" sldId="280"/>
            <ac:cxnSpMk id="103" creationId="{F831AA19-6538-464D-9D77-D5B0EECC9287}"/>
          </ac:cxnSpMkLst>
        </pc:cxnChg>
        <pc:cxnChg chg="mod">
          <ac:chgData name="Alef Santos" userId="e94e91ad3b9f2a1e" providerId="LiveId" clId="{E2C17F3A-6B01-4639-BDA6-B49FCDD558F5}" dt="2026-06-19T16:41:23.051" v="2103" actId="478"/>
          <ac:cxnSpMkLst>
            <pc:docMk/>
            <pc:sldMk cId="2619004749" sldId="280"/>
            <ac:cxnSpMk id="104" creationId="{7E91DC0F-D2E4-4407-925D-383A9ADA0CB8}"/>
          </ac:cxnSpMkLst>
        </pc:cxnChg>
        <pc:cxnChg chg="mod">
          <ac:chgData name="Alef Santos" userId="e94e91ad3b9f2a1e" providerId="LiveId" clId="{E2C17F3A-6B01-4639-BDA6-B49FCDD558F5}" dt="2026-06-19T16:41:23.739" v="2104" actId="478"/>
          <ac:cxnSpMkLst>
            <pc:docMk/>
            <pc:sldMk cId="2619004749" sldId="280"/>
            <ac:cxnSpMk id="107" creationId="{15DDF4A7-E403-41FB-90A9-96B1102E02F4}"/>
          </ac:cxnSpMkLst>
        </pc:cxnChg>
        <pc:cxnChg chg="mod">
          <ac:chgData name="Alef Santos" userId="e94e91ad3b9f2a1e" providerId="LiveId" clId="{E2C17F3A-6B01-4639-BDA6-B49FCDD558F5}" dt="2026-06-19T16:41:23.739" v="2104" actId="478"/>
          <ac:cxnSpMkLst>
            <pc:docMk/>
            <pc:sldMk cId="2619004749" sldId="280"/>
            <ac:cxnSpMk id="108" creationId="{A971BF9C-A308-40B3-91FE-2C8258C98560}"/>
          </ac:cxnSpMkLst>
        </pc:cxnChg>
      </pc:sldChg>
      <pc:sldChg chg="delSp modSp add mod modTransition">
        <pc:chgData name="Alef Santos" userId="e94e91ad3b9f2a1e" providerId="LiveId" clId="{E2C17F3A-6B01-4639-BDA6-B49FCDD558F5}" dt="2026-06-15T19:55:17.491" v="629" actId="20577"/>
        <pc:sldMkLst>
          <pc:docMk/>
          <pc:sldMk cId="2106042648" sldId="281"/>
        </pc:sldMkLst>
        <pc:spChg chg="mod">
          <ac:chgData name="Alef Santos" userId="e94e91ad3b9f2a1e" providerId="LiveId" clId="{E2C17F3A-6B01-4639-BDA6-B49FCDD558F5}" dt="2026-06-15T19:55:12.563" v="628" actId="20577"/>
          <ac:spMkLst>
            <pc:docMk/>
            <pc:sldMk cId="2106042648" sldId="281"/>
            <ac:spMk id="54" creationId="{DCC36A86-A073-4141-B4D4-230B3E1A2783}"/>
          </ac:spMkLst>
        </pc:spChg>
        <pc:spChg chg="mod">
          <ac:chgData name="Alef Santos" userId="e94e91ad3b9f2a1e" providerId="LiveId" clId="{E2C17F3A-6B01-4639-BDA6-B49FCDD558F5}" dt="2026-06-15T19:55:17.491" v="629" actId="20577"/>
          <ac:spMkLst>
            <pc:docMk/>
            <pc:sldMk cId="2106042648" sldId="281"/>
            <ac:spMk id="78" creationId="{1F8F98F7-E401-4D45-883E-EFB250BA370F}"/>
          </ac:spMkLst>
        </pc:spChg>
        <pc:spChg chg="del">
          <ac:chgData name="Alef Santos" userId="e94e91ad3b9f2a1e" providerId="LiveId" clId="{E2C17F3A-6B01-4639-BDA6-B49FCDD558F5}" dt="2026-06-15T19:54:21.251" v="617" actId="478"/>
          <ac:spMkLst>
            <pc:docMk/>
            <pc:sldMk cId="2106042648" sldId="281"/>
            <ac:spMk id="110" creationId="{8183C3BB-21B1-4036-A969-D2E133B212F0}"/>
          </ac:spMkLst>
        </pc:spChg>
        <pc:spChg chg="mod">
          <ac:chgData name="Alef Santos" userId="e94e91ad3b9f2a1e" providerId="LiveId" clId="{E2C17F3A-6B01-4639-BDA6-B49FCDD558F5}" dt="2026-06-15T19:54:27.729" v="619" actId="1076"/>
          <ac:spMkLst>
            <pc:docMk/>
            <pc:sldMk cId="2106042648" sldId="281"/>
            <ac:spMk id="111" creationId="{07655DE2-DACF-4017-B50A-01CF46CB1A04}"/>
          </ac:spMkLst>
        </pc:spChg>
        <pc:spChg chg="mod">
          <ac:chgData name="Alef Santos" userId="e94e91ad3b9f2a1e" providerId="LiveId" clId="{E2C17F3A-6B01-4639-BDA6-B49FCDD558F5}" dt="2026-06-15T19:54:42.233" v="622" actId="1076"/>
          <ac:spMkLst>
            <pc:docMk/>
            <pc:sldMk cId="2106042648" sldId="281"/>
            <ac:spMk id="112" creationId="{05D68622-AD02-43A0-A9D2-817F43BA7C9B}"/>
          </ac:spMkLst>
        </pc:spChg>
        <pc:spChg chg="mod">
          <ac:chgData name="Alef Santos" userId="e94e91ad3b9f2a1e" providerId="LiveId" clId="{E2C17F3A-6B01-4639-BDA6-B49FCDD558F5}" dt="2026-06-15T19:54:45.555" v="624" actId="20577"/>
          <ac:spMkLst>
            <pc:docMk/>
            <pc:sldMk cId="2106042648" sldId="281"/>
            <ac:spMk id="114" creationId="{876BFA83-54AC-421E-87B2-74E409F0DDD8}"/>
          </ac:spMkLst>
        </pc:spChg>
        <pc:spChg chg="del">
          <ac:chgData name="Alef Santos" userId="e94e91ad3b9f2a1e" providerId="LiveId" clId="{E2C17F3A-6B01-4639-BDA6-B49FCDD558F5}" dt="2026-06-15T19:54:19.427" v="616" actId="478"/>
          <ac:spMkLst>
            <pc:docMk/>
            <pc:sldMk cId="2106042648" sldId="281"/>
            <ac:spMk id="115" creationId="{EFD81D88-FF68-4753-8E67-98AEBB22F383}"/>
          </ac:spMkLst>
        </pc:spChg>
        <pc:spChg chg="mod">
          <ac:chgData name="Alef Santos" userId="e94e91ad3b9f2a1e" providerId="LiveId" clId="{E2C17F3A-6B01-4639-BDA6-B49FCDD558F5}" dt="2026-06-15T19:54:22.745" v="618" actId="1076"/>
          <ac:spMkLst>
            <pc:docMk/>
            <pc:sldMk cId="2106042648" sldId="281"/>
            <ac:spMk id="116" creationId="{FF78C161-7832-48A5-A7AE-D30219936427}"/>
          </ac:spMkLst>
        </pc:spChg>
        <pc:grpChg chg="mod">
          <ac:chgData name="Alef Santos" userId="e94e91ad3b9f2a1e" providerId="LiveId" clId="{E2C17F3A-6B01-4639-BDA6-B49FCDD558F5}" dt="2026-06-15T19:53:42.353" v="613" actId="1076"/>
          <ac:grpSpMkLst>
            <pc:docMk/>
            <pc:sldMk cId="2106042648" sldId="281"/>
            <ac:grpSpMk id="53" creationId="{BD64E317-AB2E-49E4-9F45-97FA9B72587E}"/>
          </ac:grpSpMkLst>
        </pc:grpChg>
        <pc:grpChg chg="mod">
          <ac:chgData name="Alef Santos" userId="e94e91ad3b9f2a1e" providerId="LiveId" clId="{E2C17F3A-6B01-4639-BDA6-B49FCDD558F5}" dt="2026-06-15T19:53:42.353" v="613" actId="1076"/>
          <ac:grpSpMkLst>
            <pc:docMk/>
            <pc:sldMk cId="2106042648" sldId="281"/>
            <ac:grpSpMk id="73" creationId="{F72C23F1-9A44-4747-AABF-318A03FD8745}"/>
          </ac:grpSpMkLst>
        </pc:grpChg>
        <pc:grpChg chg="mod">
          <ac:chgData name="Alef Santos" userId="e94e91ad3b9f2a1e" providerId="LiveId" clId="{E2C17F3A-6B01-4639-BDA6-B49FCDD558F5}" dt="2026-06-15T19:53:42.353" v="613" actId="1076"/>
          <ac:grpSpMkLst>
            <pc:docMk/>
            <pc:sldMk cId="2106042648" sldId="281"/>
            <ac:grpSpMk id="77" creationId="{0C22A9CE-A31E-4317-8F06-6F4DB5B509CA}"/>
          </ac:grpSpMkLst>
        </pc:grpChg>
        <pc:grpChg chg="mod">
          <ac:chgData name="Alef Santos" userId="e94e91ad3b9f2a1e" providerId="LiveId" clId="{E2C17F3A-6B01-4639-BDA6-B49FCDD558F5}" dt="2026-06-15T19:53:42.353" v="613" actId="1076"/>
          <ac:grpSpMkLst>
            <pc:docMk/>
            <pc:sldMk cId="2106042648" sldId="281"/>
            <ac:grpSpMk id="81" creationId="{3A6A18B3-A05A-4B8E-8305-48A6924F14A2}"/>
          </ac:grpSpMkLst>
        </pc:grpChg>
        <pc:grpChg chg="mod">
          <ac:chgData name="Alef Santos" userId="e94e91ad3b9f2a1e" providerId="LiveId" clId="{E2C17F3A-6B01-4639-BDA6-B49FCDD558F5}" dt="2026-06-15T19:53:42.353" v="613" actId="1076"/>
          <ac:grpSpMkLst>
            <pc:docMk/>
            <pc:sldMk cId="2106042648" sldId="281"/>
            <ac:grpSpMk id="85" creationId="{A9780D0A-ED95-4D10-8AD5-E92906920A07}"/>
          </ac:grpSpMkLst>
        </pc:grpChg>
        <pc:grpChg chg="del">
          <ac:chgData name="Alef Santos" userId="e94e91ad3b9f2a1e" providerId="LiveId" clId="{E2C17F3A-6B01-4639-BDA6-B49FCDD558F5}" dt="2026-06-15T19:53:25.491" v="608" actId="478"/>
          <ac:grpSpMkLst>
            <pc:docMk/>
            <pc:sldMk cId="2106042648" sldId="281"/>
            <ac:grpSpMk id="89" creationId="{FB11C9BC-E6E8-4F81-B944-569E431C7DF9}"/>
          </ac:grpSpMkLst>
        </pc:grpChg>
        <pc:grpChg chg="del">
          <ac:chgData name="Alef Santos" userId="e94e91ad3b9f2a1e" providerId="LiveId" clId="{E2C17F3A-6B01-4639-BDA6-B49FCDD558F5}" dt="2026-06-15T19:53:26.161" v="609" actId="478"/>
          <ac:grpSpMkLst>
            <pc:docMk/>
            <pc:sldMk cId="2106042648" sldId="281"/>
            <ac:grpSpMk id="93" creationId="{5FB34ACB-E8F1-492F-8F4D-47BCC4569AE2}"/>
          </ac:grpSpMkLst>
        </pc:grpChg>
        <pc:grpChg chg="del">
          <ac:chgData name="Alef Santos" userId="e94e91ad3b9f2a1e" providerId="LiveId" clId="{E2C17F3A-6B01-4639-BDA6-B49FCDD558F5}" dt="2026-06-15T19:53:26.864" v="610" actId="478"/>
          <ac:grpSpMkLst>
            <pc:docMk/>
            <pc:sldMk cId="2106042648" sldId="281"/>
            <ac:grpSpMk id="97" creationId="{A6222484-88C4-47C7-B88F-8E7A3DB8EF9A}"/>
          </ac:grpSpMkLst>
        </pc:grpChg>
        <pc:grpChg chg="del">
          <ac:chgData name="Alef Santos" userId="e94e91ad3b9f2a1e" providerId="LiveId" clId="{E2C17F3A-6B01-4639-BDA6-B49FCDD558F5}" dt="2026-06-15T19:53:29.218" v="612" actId="478"/>
          <ac:grpSpMkLst>
            <pc:docMk/>
            <pc:sldMk cId="2106042648" sldId="281"/>
            <ac:grpSpMk id="101" creationId="{1AB6F1C7-D208-4B61-BF32-963437B51D6F}"/>
          </ac:grpSpMkLst>
        </pc:grpChg>
        <pc:grpChg chg="del">
          <ac:chgData name="Alef Santos" userId="e94e91ad3b9f2a1e" providerId="LiveId" clId="{E2C17F3A-6B01-4639-BDA6-B49FCDD558F5}" dt="2026-06-15T19:53:28.417" v="611" actId="478"/>
          <ac:grpSpMkLst>
            <pc:docMk/>
            <pc:sldMk cId="2106042648" sldId="281"/>
            <ac:grpSpMk id="105" creationId="{51643FE1-87F0-4199-B7DB-DDB36A0CED4B}"/>
          </ac:grpSpMkLst>
        </pc:grpChg>
        <pc:graphicFrameChg chg="del">
          <ac:chgData name="Alef Santos" userId="e94e91ad3b9f2a1e" providerId="LiveId" clId="{E2C17F3A-6B01-4639-BDA6-B49FCDD558F5}" dt="2026-06-15T19:53:23.716" v="607" actId="478"/>
          <ac:graphicFrameMkLst>
            <pc:docMk/>
            <pc:sldMk cId="2106042648" sldId="281"/>
            <ac:graphicFrameMk id="47" creationId="{9BE8394D-41AD-48DC-9E8F-1BEF9826F720}"/>
          </ac:graphicFrameMkLst>
        </pc:graphicFrameChg>
        <pc:graphicFrameChg chg="mod">
          <ac:chgData name="Alef Santos" userId="e94e91ad3b9f2a1e" providerId="LiveId" clId="{E2C17F3A-6B01-4639-BDA6-B49FCDD558F5}" dt="2026-06-15T19:53:54.009" v="615" actId="1076"/>
          <ac:graphicFrameMkLst>
            <pc:docMk/>
            <pc:sldMk cId="2106042648" sldId="281"/>
            <ac:graphicFrameMk id="48" creationId="{025CB121-9B28-43DE-9597-4C1E5FD76E58}"/>
          </ac:graphicFrameMkLst>
        </pc:graphicFrameChg>
        <pc:graphicFrameChg chg="mod">
          <ac:chgData name="Alef Santos" userId="e94e91ad3b9f2a1e" providerId="LiveId" clId="{E2C17F3A-6B01-4639-BDA6-B49FCDD558F5}" dt="2026-06-15T19:53:48.737" v="614" actId="1076"/>
          <ac:graphicFrameMkLst>
            <pc:docMk/>
            <pc:sldMk cId="2106042648" sldId="281"/>
            <ac:graphicFrameMk id="49" creationId="{F34B81CF-C5A8-4DEF-B9D6-065F95440E86}"/>
          </ac:graphicFrameMkLst>
        </pc:graphicFrameChg>
        <pc:cxnChg chg="mod">
          <ac:chgData name="Alef Santos" userId="e94e91ad3b9f2a1e" providerId="LiveId" clId="{E2C17F3A-6B01-4639-BDA6-B49FCDD558F5}" dt="2026-06-15T19:53:25.491" v="608" actId="478"/>
          <ac:cxnSpMkLst>
            <pc:docMk/>
            <pc:sldMk cId="2106042648" sldId="281"/>
            <ac:cxnSpMk id="91" creationId="{7BA284AE-74C0-43A1-B981-DD281691635D}"/>
          </ac:cxnSpMkLst>
        </pc:cxnChg>
        <pc:cxnChg chg="mod">
          <ac:chgData name="Alef Santos" userId="e94e91ad3b9f2a1e" providerId="LiveId" clId="{E2C17F3A-6B01-4639-BDA6-B49FCDD558F5}" dt="2026-06-15T19:53:25.491" v="608" actId="478"/>
          <ac:cxnSpMkLst>
            <pc:docMk/>
            <pc:sldMk cId="2106042648" sldId="281"/>
            <ac:cxnSpMk id="92" creationId="{577EA072-74C3-4854-9B09-61D8E02F53CC}"/>
          </ac:cxnSpMkLst>
        </pc:cxnChg>
        <pc:cxnChg chg="mod">
          <ac:chgData name="Alef Santos" userId="e94e91ad3b9f2a1e" providerId="LiveId" clId="{E2C17F3A-6B01-4639-BDA6-B49FCDD558F5}" dt="2026-06-15T19:53:26.161" v="609" actId="478"/>
          <ac:cxnSpMkLst>
            <pc:docMk/>
            <pc:sldMk cId="2106042648" sldId="281"/>
            <ac:cxnSpMk id="95" creationId="{F832C0B1-7711-4233-8F35-D541FE270645}"/>
          </ac:cxnSpMkLst>
        </pc:cxnChg>
        <pc:cxnChg chg="mod">
          <ac:chgData name="Alef Santos" userId="e94e91ad3b9f2a1e" providerId="LiveId" clId="{E2C17F3A-6B01-4639-BDA6-B49FCDD558F5}" dt="2026-06-15T19:53:26.161" v="609" actId="478"/>
          <ac:cxnSpMkLst>
            <pc:docMk/>
            <pc:sldMk cId="2106042648" sldId="281"/>
            <ac:cxnSpMk id="96" creationId="{F0E2A2E0-AC5D-4FA9-A3B7-97B2C384BA45}"/>
          </ac:cxnSpMkLst>
        </pc:cxnChg>
        <pc:cxnChg chg="mod">
          <ac:chgData name="Alef Santos" userId="e94e91ad3b9f2a1e" providerId="LiveId" clId="{E2C17F3A-6B01-4639-BDA6-B49FCDD558F5}" dt="2026-06-15T19:53:26.864" v="610" actId="478"/>
          <ac:cxnSpMkLst>
            <pc:docMk/>
            <pc:sldMk cId="2106042648" sldId="281"/>
            <ac:cxnSpMk id="99" creationId="{380D2291-23E8-4179-9CE8-601F9DCADEC8}"/>
          </ac:cxnSpMkLst>
        </pc:cxnChg>
        <pc:cxnChg chg="mod">
          <ac:chgData name="Alef Santos" userId="e94e91ad3b9f2a1e" providerId="LiveId" clId="{E2C17F3A-6B01-4639-BDA6-B49FCDD558F5}" dt="2026-06-15T19:53:26.864" v="610" actId="478"/>
          <ac:cxnSpMkLst>
            <pc:docMk/>
            <pc:sldMk cId="2106042648" sldId="281"/>
            <ac:cxnSpMk id="100" creationId="{7C898C0B-7D6C-47C8-A2B4-4B36E3AB30DD}"/>
          </ac:cxnSpMkLst>
        </pc:cxnChg>
        <pc:cxnChg chg="mod">
          <ac:chgData name="Alef Santos" userId="e94e91ad3b9f2a1e" providerId="LiveId" clId="{E2C17F3A-6B01-4639-BDA6-B49FCDD558F5}" dt="2026-06-15T19:53:29.218" v="612" actId="478"/>
          <ac:cxnSpMkLst>
            <pc:docMk/>
            <pc:sldMk cId="2106042648" sldId="281"/>
            <ac:cxnSpMk id="103" creationId="{F831AA19-6538-464D-9D77-D5B0EECC9287}"/>
          </ac:cxnSpMkLst>
        </pc:cxnChg>
        <pc:cxnChg chg="mod">
          <ac:chgData name="Alef Santos" userId="e94e91ad3b9f2a1e" providerId="LiveId" clId="{E2C17F3A-6B01-4639-BDA6-B49FCDD558F5}" dt="2026-06-15T19:53:29.218" v="612" actId="478"/>
          <ac:cxnSpMkLst>
            <pc:docMk/>
            <pc:sldMk cId="2106042648" sldId="281"/>
            <ac:cxnSpMk id="104" creationId="{7E91DC0F-D2E4-4407-925D-383A9ADA0CB8}"/>
          </ac:cxnSpMkLst>
        </pc:cxnChg>
        <pc:cxnChg chg="mod">
          <ac:chgData name="Alef Santos" userId="e94e91ad3b9f2a1e" providerId="LiveId" clId="{E2C17F3A-6B01-4639-BDA6-B49FCDD558F5}" dt="2026-06-15T19:53:28.417" v="611" actId="478"/>
          <ac:cxnSpMkLst>
            <pc:docMk/>
            <pc:sldMk cId="2106042648" sldId="281"/>
            <ac:cxnSpMk id="107" creationId="{15DDF4A7-E403-41FB-90A9-96B1102E02F4}"/>
          </ac:cxnSpMkLst>
        </pc:cxnChg>
        <pc:cxnChg chg="mod">
          <ac:chgData name="Alef Santos" userId="e94e91ad3b9f2a1e" providerId="LiveId" clId="{E2C17F3A-6B01-4639-BDA6-B49FCDD558F5}" dt="2026-06-15T19:53:28.417" v="611" actId="478"/>
          <ac:cxnSpMkLst>
            <pc:docMk/>
            <pc:sldMk cId="2106042648" sldId="281"/>
            <ac:cxnSpMk id="108" creationId="{A971BF9C-A308-40B3-91FE-2C8258C98560}"/>
          </ac:cxnSpMkLst>
        </pc:cxnChg>
      </pc:sldChg>
      <pc:sldChg chg="addSp delSp modSp add mod">
        <pc:chgData name="Alef Santos" userId="e94e91ad3b9f2a1e" providerId="LiveId" clId="{E2C17F3A-6B01-4639-BDA6-B49FCDD558F5}" dt="2026-06-15T19:58:40.625" v="657" actId="1076"/>
        <pc:sldMkLst>
          <pc:docMk/>
          <pc:sldMk cId="1197452526" sldId="282"/>
        </pc:sldMkLst>
        <pc:spChg chg="del">
          <ac:chgData name="Alef Santos" userId="e94e91ad3b9f2a1e" providerId="LiveId" clId="{E2C17F3A-6B01-4639-BDA6-B49FCDD558F5}" dt="2026-06-15T19:57:11.103" v="642" actId="478"/>
          <ac:spMkLst>
            <pc:docMk/>
            <pc:sldMk cId="1197452526" sldId="282"/>
            <ac:spMk id="42" creationId="{EB2F66BA-4BF4-4CC7-A81B-29E905910B5A}"/>
          </ac:spMkLst>
        </pc:spChg>
        <pc:spChg chg="add mod">
          <ac:chgData name="Alef Santos" userId="e94e91ad3b9f2a1e" providerId="LiveId" clId="{E2C17F3A-6B01-4639-BDA6-B49FCDD558F5}" dt="2026-06-15T19:58:40.625" v="657" actId="1076"/>
          <ac:spMkLst>
            <pc:docMk/>
            <pc:sldMk cId="1197452526" sldId="282"/>
            <ac:spMk id="59" creationId="{FF6872D2-E1E3-4BC5-B716-566C4790F475}"/>
          </ac:spMkLst>
        </pc:spChg>
        <pc:spChg chg="del">
          <ac:chgData name="Alef Santos" userId="e94e91ad3b9f2a1e" providerId="LiveId" clId="{E2C17F3A-6B01-4639-BDA6-B49FCDD558F5}" dt="2026-06-15T19:56:15.874" v="631" actId="478"/>
          <ac:spMkLst>
            <pc:docMk/>
            <pc:sldMk cId="1197452526" sldId="282"/>
            <ac:spMk id="111" creationId="{07655DE2-DACF-4017-B50A-01CF46CB1A04}"/>
          </ac:spMkLst>
        </pc:spChg>
        <pc:spChg chg="del">
          <ac:chgData name="Alef Santos" userId="e94e91ad3b9f2a1e" providerId="LiveId" clId="{E2C17F3A-6B01-4639-BDA6-B49FCDD558F5}" dt="2026-06-15T19:56:15.874" v="631" actId="478"/>
          <ac:spMkLst>
            <pc:docMk/>
            <pc:sldMk cId="1197452526" sldId="282"/>
            <ac:spMk id="112" creationId="{05D68622-AD02-43A0-A9D2-817F43BA7C9B}"/>
          </ac:spMkLst>
        </pc:spChg>
        <pc:grpChg chg="del">
          <ac:chgData name="Alef Santos" userId="e94e91ad3b9f2a1e" providerId="LiveId" clId="{E2C17F3A-6B01-4639-BDA6-B49FCDD558F5}" dt="2026-06-15T19:57:11.922" v="643" actId="478"/>
          <ac:grpSpMkLst>
            <pc:docMk/>
            <pc:sldMk cId="1197452526" sldId="282"/>
            <ac:grpSpMk id="22" creationId="{2997DCC7-80A9-4FB6-A3EE-0433BB15B048}"/>
          </ac:grpSpMkLst>
        </pc:grpChg>
        <pc:grpChg chg="del">
          <ac:chgData name="Alef Santos" userId="e94e91ad3b9f2a1e" providerId="LiveId" clId="{E2C17F3A-6B01-4639-BDA6-B49FCDD558F5}" dt="2026-06-15T19:57:11.103" v="642" actId="478"/>
          <ac:grpSpMkLst>
            <pc:docMk/>
            <pc:sldMk cId="1197452526" sldId="282"/>
            <ac:grpSpMk id="40" creationId="{22B72469-931B-42CC-9DA7-657D4ECBD744}"/>
          </ac:grpSpMkLst>
        </pc:grpChg>
        <pc:grpChg chg="del">
          <ac:chgData name="Alef Santos" userId="e94e91ad3b9f2a1e" providerId="LiveId" clId="{E2C17F3A-6B01-4639-BDA6-B49FCDD558F5}" dt="2026-06-15T19:56:15.874" v="631" actId="478"/>
          <ac:grpSpMkLst>
            <pc:docMk/>
            <pc:sldMk cId="1197452526" sldId="282"/>
            <ac:grpSpMk id="53" creationId="{BD64E317-AB2E-49E4-9F45-97FA9B72587E}"/>
          </ac:grpSpMkLst>
        </pc:grpChg>
        <pc:grpChg chg="del">
          <ac:chgData name="Alef Santos" userId="e94e91ad3b9f2a1e" providerId="LiveId" clId="{E2C17F3A-6B01-4639-BDA6-B49FCDD558F5}" dt="2026-06-15T19:56:15.874" v="631" actId="478"/>
          <ac:grpSpMkLst>
            <pc:docMk/>
            <pc:sldMk cId="1197452526" sldId="282"/>
            <ac:grpSpMk id="73" creationId="{F72C23F1-9A44-4747-AABF-318A03FD8745}"/>
          </ac:grpSpMkLst>
        </pc:grpChg>
        <pc:grpChg chg="del">
          <ac:chgData name="Alef Santos" userId="e94e91ad3b9f2a1e" providerId="LiveId" clId="{E2C17F3A-6B01-4639-BDA6-B49FCDD558F5}" dt="2026-06-15T19:56:15.874" v="631" actId="478"/>
          <ac:grpSpMkLst>
            <pc:docMk/>
            <pc:sldMk cId="1197452526" sldId="282"/>
            <ac:grpSpMk id="77" creationId="{0C22A9CE-A31E-4317-8F06-6F4DB5B509CA}"/>
          </ac:grpSpMkLst>
        </pc:grpChg>
        <pc:grpChg chg="del">
          <ac:chgData name="Alef Santos" userId="e94e91ad3b9f2a1e" providerId="LiveId" clId="{E2C17F3A-6B01-4639-BDA6-B49FCDD558F5}" dt="2026-06-15T19:56:15.874" v="631" actId="478"/>
          <ac:grpSpMkLst>
            <pc:docMk/>
            <pc:sldMk cId="1197452526" sldId="282"/>
            <ac:grpSpMk id="81" creationId="{3A6A18B3-A05A-4B8E-8305-48A6924F14A2}"/>
          </ac:grpSpMkLst>
        </pc:grpChg>
        <pc:grpChg chg="del">
          <ac:chgData name="Alef Santos" userId="e94e91ad3b9f2a1e" providerId="LiveId" clId="{E2C17F3A-6B01-4639-BDA6-B49FCDD558F5}" dt="2026-06-15T19:56:15.874" v="631" actId="478"/>
          <ac:grpSpMkLst>
            <pc:docMk/>
            <pc:sldMk cId="1197452526" sldId="282"/>
            <ac:grpSpMk id="85" creationId="{A9780D0A-ED95-4D10-8AD5-E92906920A07}"/>
          </ac:grpSpMkLst>
        </pc:grpChg>
        <pc:graphicFrameChg chg="del">
          <ac:chgData name="Alef Santos" userId="e94e91ad3b9f2a1e" providerId="LiveId" clId="{E2C17F3A-6B01-4639-BDA6-B49FCDD558F5}" dt="2026-06-15T19:56:15.874" v="631" actId="478"/>
          <ac:graphicFrameMkLst>
            <pc:docMk/>
            <pc:sldMk cId="1197452526" sldId="282"/>
            <ac:graphicFrameMk id="48" creationId="{025CB121-9B28-43DE-9597-4C1E5FD76E58}"/>
          </ac:graphicFrameMkLst>
        </pc:graphicFrameChg>
        <pc:graphicFrameChg chg="del">
          <ac:chgData name="Alef Santos" userId="e94e91ad3b9f2a1e" providerId="LiveId" clId="{E2C17F3A-6B01-4639-BDA6-B49FCDD558F5}" dt="2026-06-15T19:56:15.874" v="631" actId="478"/>
          <ac:graphicFrameMkLst>
            <pc:docMk/>
            <pc:sldMk cId="1197452526" sldId="282"/>
            <ac:graphicFrameMk id="49" creationId="{F34B81CF-C5A8-4DEF-B9D6-065F95440E86}"/>
          </ac:graphicFrameMkLst>
        </pc:graphicFrameChg>
        <pc:graphicFrameChg chg="add mod modGraphic">
          <ac:chgData name="Alef Santos" userId="e94e91ad3b9f2a1e" providerId="LiveId" clId="{E2C17F3A-6B01-4639-BDA6-B49FCDD558F5}" dt="2026-06-15T19:57:56.873" v="644" actId="1076"/>
          <ac:graphicFrameMkLst>
            <pc:docMk/>
            <pc:sldMk cId="1197452526" sldId="282"/>
            <ac:graphicFrameMk id="57" creationId="{BB35DC50-6971-4347-A226-9F16CBEAE5BB}"/>
          </ac:graphicFrameMkLst>
        </pc:graphicFrameChg>
        <pc:cxnChg chg="mod">
          <ac:chgData name="Alef Santos" userId="e94e91ad3b9f2a1e" providerId="LiveId" clId="{E2C17F3A-6B01-4639-BDA6-B49FCDD558F5}" dt="2026-06-15T19:56:15.874" v="631" actId="478"/>
          <ac:cxnSpMkLst>
            <pc:docMk/>
            <pc:sldMk cId="1197452526" sldId="282"/>
            <ac:cxnSpMk id="55" creationId="{3FC506BE-6B61-4D4E-9EC8-97E2FB16A0D4}"/>
          </ac:cxnSpMkLst>
        </pc:cxnChg>
        <pc:cxnChg chg="mod">
          <ac:chgData name="Alef Santos" userId="e94e91ad3b9f2a1e" providerId="LiveId" clId="{E2C17F3A-6B01-4639-BDA6-B49FCDD558F5}" dt="2026-06-15T19:56:15.874" v="631" actId="478"/>
          <ac:cxnSpMkLst>
            <pc:docMk/>
            <pc:sldMk cId="1197452526" sldId="282"/>
            <ac:cxnSpMk id="56" creationId="{932778C2-6FEA-481F-8500-BA51B98BF8FD}"/>
          </ac:cxnSpMkLst>
        </pc:cxnChg>
        <pc:cxnChg chg="mod">
          <ac:chgData name="Alef Santos" userId="e94e91ad3b9f2a1e" providerId="LiveId" clId="{E2C17F3A-6B01-4639-BDA6-B49FCDD558F5}" dt="2026-06-15T19:56:15.874" v="631" actId="478"/>
          <ac:cxnSpMkLst>
            <pc:docMk/>
            <pc:sldMk cId="1197452526" sldId="282"/>
            <ac:cxnSpMk id="75" creationId="{D85CE868-C09C-4BB4-8E7C-80D524C86950}"/>
          </ac:cxnSpMkLst>
        </pc:cxnChg>
        <pc:cxnChg chg="mod">
          <ac:chgData name="Alef Santos" userId="e94e91ad3b9f2a1e" providerId="LiveId" clId="{E2C17F3A-6B01-4639-BDA6-B49FCDD558F5}" dt="2026-06-15T19:56:15.874" v="631" actId="478"/>
          <ac:cxnSpMkLst>
            <pc:docMk/>
            <pc:sldMk cId="1197452526" sldId="282"/>
            <ac:cxnSpMk id="76" creationId="{425CC99D-F1C9-42B7-A9A9-70F068B454B3}"/>
          </ac:cxnSpMkLst>
        </pc:cxnChg>
        <pc:cxnChg chg="mod">
          <ac:chgData name="Alef Santos" userId="e94e91ad3b9f2a1e" providerId="LiveId" clId="{E2C17F3A-6B01-4639-BDA6-B49FCDD558F5}" dt="2026-06-15T19:56:15.874" v="631" actId="478"/>
          <ac:cxnSpMkLst>
            <pc:docMk/>
            <pc:sldMk cId="1197452526" sldId="282"/>
            <ac:cxnSpMk id="79" creationId="{5EA7F2D1-2343-4F23-A522-935ACE636FAF}"/>
          </ac:cxnSpMkLst>
        </pc:cxnChg>
        <pc:cxnChg chg="mod">
          <ac:chgData name="Alef Santos" userId="e94e91ad3b9f2a1e" providerId="LiveId" clId="{E2C17F3A-6B01-4639-BDA6-B49FCDD558F5}" dt="2026-06-15T19:56:15.874" v="631" actId="478"/>
          <ac:cxnSpMkLst>
            <pc:docMk/>
            <pc:sldMk cId="1197452526" sldId="282"/>
            <ac:cxnSpMk id="80" creationId="{9A383710-6544-40D9-B25E-1B25375790DC}"/>
          </ac:cxnSpMkLst>
        </pc:cxnChg>
        <pc:cxnChg chg="mod">
          <ac:chgData name="Alef Santos" userId="e94e91ad3b9f2a1e" providerId="LiveId" clId="{E2C17F3A-6B01-4639-BDA6-B49FCDD558F5}" dt="2026-06-15T19:56:15.874" v="631" actId="478"/>
          <ac:cxnSpMkLst>
            <pc:docMk/>
            <pc:sldMk cId="1197452526" sldId="282"/>
            <ac:cxnSpMk id="83" creationId="{7492DA52-4B51-4100-8D49-AB05A6FD5375}"/>
          </ac:cxnSpMkLst>
        </pc:cxnChg>
        <pc:cxnChg chg="mod">
          <ac:chgData name="Alef Santos" userId="e94e91ad3b9f2a1e" providerId="LiveId" clId="{E2C17F3A-6B01-4639-BDA6-B49FCDD558F5}" dt="2026-06-15T19:56:15.874" v="631" actId="478"/>
          <ac:cxnSpMkLst>
            <pc:docMk/>
            <pc:sldMk cId="1197452526" sldId="282"/>
            <ac:cxnSpMk id="84" creationId="{FB781E2F-019A-4422-A5B3-B5F89A6EAB89}"/>
          </ac:cxnSpMkLst>
        </pc:cxnChg>
        <pc:cxnChg chg="mod">
          <ac:chgData name="Alef Santos" userId="e94e91ad3b9f2a1e" providerId="LiveId" clId="{E2C17F3A-6B01-4639-BDA6-B49FCDD558F5}" dt="2026-06-15T19:56:15.874" v="631" actId="478"/>
          <ac:cxnSpMkLst>
            <pc:docMk/>
            <pc:sldMk cId="1197452526" sldId="282"/>
            <ac:cxnSpMk id="87" creationId="{A5E7944B-DAE4-472F-B036-66A41FE611DB}"/>
          </ac:cxnSpMkLst>
        </pc:cxnChg>
        <pc:cxnChg chg="mod">
          <ac:chgData name="Alef Santos" userId="e94e91ad3b9f2a1e" providerId="LiveId" clId="{E2C17F3A-6B01-4639-BDA6-B49FCDD558F5}" dt="2026-06-15T19:56:15.874" v="631" actId="478"/>
          <ac:cxnSpMkLst>
            <pc:docMk/>
            <pc:sldMk cId="1197452526" sldId="282"/>
            <ac:cxnSpMk id="88" creationId="{F6171A6A-7303-4382-9AE9-3311CE539208}"/>
          </ac:cxnSpMkLst>
        </pc:cxnChg>
      </pc:sldChg>
      <pc:sldChg chg="addSp delSp modSp add mod">
        <pc:chgData name="Alef Santos" userId="e94e91ad3b9f2a1e" providerId="LiveId" clId="{E2C17F3A-6B01-4639-BDA6-B49FCDD558F5}" dt="2026-06-17T18:47:07.683" v="1152" actId="14100"/>
        <pc:sldMkLst>
          <pc:docMk/>
          <pc:sldMk cId="215588650" sldId="283"/>
        </pc:sldMkLst>
        <pc:spChg chg="mod">
          <ac:chgData name="Alef Santos" userId="e94e91ad3b9f2a1e" providerId="LiveId" clId="{E2C17F3A-6B01-4639-BDA6-B49FCDD558F5}" dt="2026-06-17T18:29:44.920" v="1126" actId="2710"/>
          <ac:spMkLst>
            <pc:docMk/>
            <pc:sldMk cId="215588650" sldId="283"/>
            <ac:spMk id="17" creationId="{00000000-0000-0000-0000-000000000000}"/>
          </ac:spMkLst>
        </pc:spChg>
        <pc:picChg chg="add mod">
          <ac:chgData name="Alef Santos" userId="e94e91ad3b9f2a1e" providerId="LiveId" clId="{E2C17F3A-6B01-4639-BDA6-B49FCDD558F5}" dt="2026-06-17T18:47:07.683" v="1152" actId="14100"/>
          <ac:picMkLst>
            <pc:docMk/>
            <pc:sldMk cId="215588650" sldId="283"/>
            <ac:picMk id="23" creationId="{0F091787-B0F8-43D0-9F3D-E9244B6A69AE}"/>
          </ac:picMkLst>
        </pc:picChg>
        <pc:picChg chg="del">
          <ac:chgData name="Alef Santos" userId="e94e91ad3b9f2a1e" providerId="LiveId" clId="{E2C17F3A-6B01-4639-BDA6-B49FCDD558F5}" dt="2026-06-17T17:41:00.683" v="1001" actId="478"/>
          <ac:picMkLst>
            <pc:docMk/>
            <pc:sldMk cId="215588650" sldId="283"/>
            <ac:picMk id="24" creationId="{3BD65C8D-F5EE-4433-A1DA-0E2C1B3A16CA}"/>
          </ac:picMkLst>
        </pc:picChg>
      </pc:sldChg>
      <pc:sldChg chg="delSp modSp add del mod">
        <pc:chgData name="Alef Santos" userId="e94e91ad3b9f2a1e" providerId="LiveId" clId="{E2C17F3A-6B01-4639-BDA6-B49FCDD558F5}" dt="2026-06-17T17:19:52.956" v="739" actId="47"/>
        <pc:sldMkLst>
          <pc:docMk/>
          <pc:sldMk cId="591581302" sldId="283"/>
        </pc:sldMkLst>
        <pc:spChg chg="mod">
          <ac:chgData name="Alef Santos" userId="e94e91ad3b9f2a1e" providerId="LiveId" clId="{E2C17F3A-6B01-4639-BDA6-B49FCDD558F5}" dt="2026-06-15T20:10:32.451" v="676" actId="20577"/>
          <ac:spMkLst>
            <pc:docMk/>
            <pc:sldMk cId="591581302" sldId="283"/>
            <ac:spMk id="17" creationId="{00000000-0000-0000-0000-000000000000}"/>
          </ac:spMkLst>
        </pc:spChg>
        <pc:spChg chg="del">
          <ac:chgData name="Alef Santos" userId="e94e91ad3b9f2a1e" providerId="LiveId" clId="{E2C17F3A-6B01-4639-BDA6-B49FCDD558F5}" dt="2026-06-15T20:10:27.730" v="660" actId="478"/>
          <ac:spMkLst>
            <pc:docMk/>
            <pc:sldMk cId="591581302" sldId="283"/>
            <ac:spMk id="59" creationId="{FF6872D2-E1E3-4BC5-B716-566C4790F475}"/>
          </ac:spMkLst>
        </pc:spChg>
        <pc:graphicFrameChg chg="del">
          <ac:chgData name="Alef Santos" userId="e94e91ad3b9f2a1e" providerId="LiveId" clId="{E2C17F3A-6B01-4639-BDA6-B49FCDD558F5}" dt="2026-06-15T20:10:25.540" v="659" actId="478"/>
          <ac:graphicFrameMkLst>
            <pc:docMk/>
            <pc:sldMk cId="591581302" sldId="283"/>
            <ac:graphicFrameMk id="57" creationId="{BB35DC50-6971-4347-A226-9F16CBEAE5BB}"/>
          </ac:graphicFrameMkLst>
        </pc:graphicFrameChg>
      </pc:sldChg>
      <pc:sldChg chg="addSp delSp modSp add mod">
        <pc:chgData name="Alef Santos" userId="e94e91ad3b9f2a1e" providerId="LiveId" clId="{E2C17F3A-6B01-4639-BDA6-B49FCDD558F5}" dt="2026-06-17T21:39:14.233" v="1512" actId="1076"/>
        <pc:sldMkLst>
          <pc:docMk/>
          <pc:sldMk cId="970859889" sldId="284"/>
        </pc:sldMkLst>
        <pc:spChg chg="mod">
          <ac:chgData name="Alef Santos" userId="e94e91ad3b9f2a1e" providerId="LiveId" clId="{E2C17F3A-6B01-4639-BDA6-B49FCDD558F5}" dt="2026-06-17T18:52:14.427" v="1368" actId="1076"/>
          <ac:spMkLst>
            <pc:docMk/>
            <pc:sldMk cId="970859889" sldId="284"/>
            <ac:spMk id="17" creationId="{00000000-0000-0000-0000-000000000000}"/>
          </ac:spMkLst>
        </pc:spChg>
        <pc:spChg chg="add del">
          <ac:chgData name="Alef Santos" userId="e94e91ad3b9f2a1e" providerId="LiveId" clId="{E2C17F3A-6B01-4639-BDA6-B49FCDD558F5}" dt="2026-06-17T18:46:48.199" v="1151" actId="478"/>
          <ac:spMkLst>
            <pc:docMk/>
            <pc:sldMk cId="970859889" sldId="284"/>
            <ac:spMk id="28" creationId="{75E03451-A964-44D6-86B3-8EEAACAADB60}"/>
          </ac:spMkLst>
        </pc:spChg>
        <pc:picChg chg="add del mod">
          <ac:chgData name="Alef Santos" userId="e94e91ad3b9f2a1e" providerId="LiveId" clId="{E2C17F3A-6B01-4639-BDA6-B49FCDD558F5}" dt="2026-06-17T18:44:15.059" v="1131" actId="478"/>
          <ac:picMkLst>
            <pc:docMk/>
            <pc:sldMk cId="970859889" sldId="284"/>
            <ac:picMk id="21" creationId="{DB67BF6C-EA2A-4F72-A03E-1DF16764044A}"/>
          </ac:picMkLst>
        </pc:picChg>
        <pc:picChg chg="del">
          <ac:chgData name="Alef Santos" userId="e94e91ad3b9f2a1e" providerId="LiveId" clId="{E2C17F3A-6B01-4639-BDA6-B49FCDD558F5}" dt="2026-06-17T18:43:55.989" v="1129" actId="478"/>
          <ac:picMkLst>
            <pc:docMk/>
            <pc:sldMk cId="970859889" sldId="284"/>
            <ac:picMk id="23" creationId="{0F091787-B0F8-43D0-9F3D-E9244B6A69AE}"/>
          </ac:picMkLst>
        </pc:picChg>
        <pc:picChg chg="add del mod">
          <ac:chgData name="Alef Santos" userId="e94e91ad3b9f2a1e" providerId="LiveId" clId="{E2C17F3A-6B01-4639-BDA6-B49FCDD558F5}" dt="2026-06-17T18:44:41.811" v="1133" actId="478"/>
          <ac:picMkLst>
            <pc:docMk/>
            <pc:sldMk cId="970859889" sldId="284"/>
            <ac:picMk id="25" creationId="{1A31B9DD-8284-476C-BC87-49D6C92FA824}"/>
          </ac:picMkLst>
        </pc:picChg>
        <pc:picChg chg="add mod modCrop">
          <ac:chgData name="Alef Santos" userId="e94e91ad3b9f2a1e" providerId="LiveId" clId="{E2C17F3A-6B01-4639-BDA6-B49FCDD558F5}" dt="2026-06-17T21:39:09.729" v="1511" actId="732"/>
          <ac:picMkLst>
            <pc:docMk/>
            <pc:sldMk cId="970859889" sldId="284"/>
            <ac:picMk id="27" creationId="{16441312-1E52-4CF8-902F-02F3C718FEBE}"/>
          </ac:picMkLst>
        </pc:picChg>
        <pc:picChg chg="add mod modCrop">
          <ac:chgData name="Alef Santos" userId="e94e91ad3b9f2a1e" providerId="LiveId" clId="{E2C17F3A-6B01-4639-BDA6-B49FCDD558F5}" dt="2026-06-17T21:39:14.233" v="1512" actId="1076"/>
          <ac:picMkLst>
            <pc:docMk/>
            <pc:sldMk cId="970859889" sldId="284"/>
            <ac:picMk id="29" creationId="{4F031AA3-AEBF-4245-9C45-02F4F640B87B}"/>
          </ac:picMkLst>
        </pc:picChg>
      </pc:sldChg>
      <pc:sldChg chg="addSp delSp modSp add mod">
        <pc:chgData name="Alef Santos" userId="e94e91ad3b9f2a1e" providerId="LiveId" clId="{E2C17F3A-6B01-4639-BDA6-B49FCDD558F5}" dt="2026-06-19T18:56:45.358" v="3043" actId="207"/>
        <pc:sldMkLst>
          <pc:docMk/>
          <pc:sldMk cId="1835558586" sldId="285"/>
        </pc:sldMkLst>
        <pc:spChg chg="del">
          <ac:chgData name="Alef Santos" userId="e94e91ad3b9f2a1e" providerId="LiveId" clId="{E2C17F3A-6B01-4639-BDA6-B49FCDD558F5}" dt="2026-06-17T19:15:25.170" v="1381" actId="478"/>
          <ac:spMkLst>
            <pc:docMk/>
            <pc:sldMk cId="1835558586" sldId="285"/>
            <ac:spMk id="17" creationId="{00000000-0000-0000-0000-000000000000}"/>
          </ac:spMkLst>
        </pc:spChg>
        <pc:spChg chg="add mod">
          <ac:chgData name="Alef Santos" userId="e94e91ad3b9f2a1e" providerId="LiveId" clId="{E2C17F3A-6B01-4639-BDA6-B49FCDD558F5}" dt="2026-06-17T19:22:00.879" v="1407" actId="1076"/>
          <ac:spMkLst>
            <pc:docMk/>
            <pc:sldMk cId="1835558586" sldId="285"/>
            <ac:spMk id="24" creationId="{D2D6A75A-172D-42B8-A679-3FD7F421EB30}"/>
          </ac:spMkLst>
        </pc:spChg>
        <pc:graphicFrameChg chg="add del mod">
          <ac:chgData name="Alef Santos" userId="e94e91ad3b9f2a1e" providerId="LiveId" clId="{E2C17F3A-6B01-4639-BDA6-B49FCDD558F5}" dt="2026-06-17T19:15:32.356" v="1383"/>
          <ac:graphicFrameMkLst>
            <pc:docMk/>
            <pc:sldMk cId="1835558586" sldId="285"/>
            <ac:graphicFrameMk id="16" creationId="{F0DA1BA6-AAD3-4F28-854B-24DEDC055302}"/>
          </ac:graphicFrameMkLst>
        </pc:graphicFrameChg>
        <pc:graphicFrameChg chg="add mod modGraphic">
          <ac:chgData name="Alef Santos" userId="e94e91ad3b9f2a1e" providerId="LiveId" clId="{E2C17F3A-6B01-4639-BDA6-B49FCDD558F5}" dt="2026-06-19T18:56:45.358" v="3043" actId="207"/>
          <ac:graphicFrameMkLst>
            <pc:docMk/>
            <pc:sldMk cId="1835558586" sldId="285"/>
            <ac:graphicFrameMk id="23" creationId="{2405DDF8-4341-4803-9515-B88A4EB61EBA}"/>
          </ac:graphicFrameMkLst>
        </pc:graphicFrameChg>
        <pc:picChg chg="del mod">
          <ac:chgData name="Alef Santos" userId="e94e91ad3b9f2a1e" providerId="LiveId" clId="{E2C17F3A-6B01-4639-BDA6-B49FCDD558F5}" dt="2026-06-17T19:15:21.617" v="1380" actId="478"/>
          <ac:picMkLst>
            <pc:docMk/>
            <pc:sldMk cId="1835558586" sldId="285"/>
            <ac:picMk id="27" creationId="{16441312-1E52-4CF8-902F-02F3C718FEBE}"/>
          </ac:picMkLst>
        </pc:picChg>
      </pc:sldChg>
      <pc:sldChg chg="addSp delSp modSp add mod">
        <pc:chgData name="Alef Santos" userId="e94e91ad3b9f2a1e" providerId="LiveId" clId="{E2C17F3A-6B01-4639-BDA6-B49FCDD558F5}" dt="2026-06-19T19:00:37.893" v="3064" actId="207"/>
        <pc:sldMkLst>
          <pc:docMk/>
          <pc:sldMk cId="258959417" sldId="286"/>
        </pc:sldMkLst>
        <pc:graphicFrameChg chg="mod modGraphic">
          <ac:chgData name="Alef Santos" userId="e94e91ad3b9f2a1e" providerId="LiveId" clId="{E2C17F3A-6B01-4639-BDA6-B49FCDD558F5}" dt="2026-06-19T19:00:37.893" v="3064" actId="207"/>
          <ac:graphicFrameMkLst>
            <pc:docMk/>
            <pc:sldMk cId="258959417" sldId="286"/>
            <ac:graphicFrameMk id="23" creationId="{2405DDF8-4341-4803-9515-B88A4EB61EBA}"/>
          </ac:graphicFrameMkLst>
        </pc:graphicFrameChg>
        <pc:graphicFrameChg chg="add del mod ord">
          <ac:chgData name="Alef Santos" userId="e94e91ad3b9f2a1e" providerId="LiveId" clId="{E2C17F3A-6B01-4639-BDA6-B49FCDD558F5}" dt="2026-06-19T18:59:53.107" v="3061" actId="478"/>
          <ac:graphicFrameMkLst>
            <pc:docMk/>
            <pc:sldMk cId="258959417" sldId="286"/>
            <ac:graphicFrameMk id="25" creationId="{D7E93DDA-798B-4087-8740-FC8C21B94E99}"/>
          </ac:graphicFrameMkLst>
        </pc:graphicFrameChg>
      </pc:sldChg>
      <pc:sldChg chg="addSp delSp modSp add mod">
        <pc:chgData name="Alef Santos" userId="e94e91ad3b9f2a1e" providerId="LiveId" clId="{E2C17F3A-6B01-4639-BDA6-B49FCDD558F5}" dt="2026-06-19T16:47:48.843" v="2310" actId="207"/>
        <pc:sldMkLst>
          <pc:docMk/>
          <pc:sldMk cId="1613256486" sldId="287"/>
        </pc:sldMkLst>
        <pc:spChg chg="mod">
          <ac:chgData name="Alef Santos" userId="e94e91ad3b9f2a1e" providerId="LiveId" clId="{E2C17F3A-6B01-4639-BDA6-B49FCDD558F5}" dt="2026-06-19T16:47:48.843" v="2310" actId="207"/>
          <ac:spMkLst>
            <pc:docMk/>
            <pc:sldMk cId="1613256486" sldId="287"/>
            <ac:spMk id="20" creationId="{00000000-0000-0000-0000-000000000000}"/>
          </ac:spMkLst>
        </pc:spChg>
        <pc:spChg chg="mod">
          <ac:chgData name="Alef Santos" userId="e94e91ad3b9f2a1e" providerId="LiveId" clId="{E2C17F3A-6B01-4639-BDA6-B49FCDD558F5}" dt="2026-06-19T16:17:32.339" v="1622"/>
          <ac:spMkLst>
            <pc:docMk/>
            <pc:sldMk cId="1613256486" sldId="287"/>
            <ac:spMk id="41" creationId="{04504244-774E-4243-8B47-B36ECC870A6A}"/>
          </ac:spMkLst>
        </pc:spChg>
        <pc:spChg chg="mod">
          <ac:chgData name="Alef Santos" userId="e94e91ad3b9f2a1e" providerId="LiveId" clId="{E2C17F3A-6B01-4639-BDA6-B49FCDD558F5}" dt="2026-06-19T16:17:32.339" v="1622"/>
          <ac:spMkLst>
            <pc:docMk/>
            <pc:sldMk cId="1613256486" sldId="287"/>
            <ac:spMk id="42" creationId="{F27D14AC-DB6E-4D7B-9FB1-0E1CF37D7451}"/>
          </ac:spMkLst>
        </pc:spChg>
        <pc:spChg chg="add mod">
          <ac:chgData name="Alef Santos" userId="e94e91ad3b9f2a1e" providerId="LiveId" clId="{E2C17F3A-6B01-4639-BDA6-B49FCDD558F5}" dt="2026-06-19T16:37:08.459" v="2086" actId="207"/>
          <ac:spMkLst>
            <pc:docMk/>
            <pc:sldMk cId="1613256486" sldId="287"/>
            <ac:spMk id="43" creationId="{7E86A515-A978-4657-82B1-5892DB21EBC3}"/>
          </ac:spMkLst>
        </pc:spChg>
        <pc:spChg chg="add del mod">
          <ac:chgData name="Alef Santos" userId="e94e91ad3b9f2a1e" providerId="LiveId" clId="{E2C17F3A-6B01-4639-BDA6-B49FCDD558F5}" dt="2026-06-19T16:29:09.388" v="1846" actId="478"/>
          <ac:spMkLst>
            <pc:docMk/>
            <pc:sldMk cId="1613256486" sldId="287"/>
            <ac:spMk id="44" creationId="{45DCE0F1-F4BE-4F7E-8B6D-F5C4F7EC6EB8}"/>
          </ac:spMkLst>
        </pc:spChg>
        <pc:spChg chg="mod">
          <ac:chgData name="Alef Santos" userId="e94e91ad3b9f2a1e" providerId="LiveId" clId="{E2C17F3A-6B01-4639-BDA6-B49FCDD558F5}" dt="2026-06-19T16:28:32.943" v="1839"/>
          <ac:spMkLst>
            <pc:docMk/>
            <pc:sldMk cId="1613256486" sldId="287"/>
            <ac:spMk id="46" creationId="{EC4D3697-48FC-4347-9CFA-013EE7434E1F}"/>
          </ac:spMkLst>
        </pc:spChg>
        <pc:spChg chg="mod">
          <ac:chgData name="Alef Santos" userId="e94e91ad3b9f2a1e" providerId="LiveId" clId="{E2C17F3A-6B01-4639-BDA6-B49FCDD558F5}" dt="2026-06-19T16:28:32.943" v="1839"/>
          <ac:spMkLst>
            <pc:docMk/>
            <pc:sldMk cId="1613256486" sldId="287"/>
            <ac:spMk id="47" creationId="{FD7ABD34-A9C2-4C1C-8D09-9AC3DF887345}"/>
          </ac:spMkLst>
        </pc:spChg>
        <pc:grpChg chg="add mod">
          <ac:chgData name="Alef Santos" userId="e94e91ad3b9f2a1e" providerId="LiveId" clId="{E2C17F3A-6B01-4639-BDA6-B49FCDD558F5}" dt="2026-06-19T16:18:47.762" v="1723" actId="1076"/>
          <ac:grpSpMkLst>
            <pc:docMk/>
            <pc:sldMk cId="1613256486" sldId="287"/>
            <ac:grpSpMk id="40" creationId="{4027A963-9ED9-4879-BEB3-21CEFAB63924}"/>
          </ac:grpSpMkLst>
        </pc:grpChg>
        <pc:grpChg chg="add del mod">
          <ac:chgData name="Alef Santos" userId="e94e91ad3b9f2a1e" providerId="LiveId" clId="{E2C17F3A-6B01-4639-BDA6-B49FCDD558F5}" dt="2026-06-19T16:29:07.934" v="1845" actId="478"/>
          <ac:grpSpMkLst>
            <pc:docMk/>
            <pc:sldMk cId="1613256486" sldId="287"/>
            <ac:grpSpMk id="45" creationId="{A98AAAA5-D243-4AF0-91C2-78C40458AD88}"/>
          </ac:grpSpMkLst>
        </pc:grpChg>
      </pc:sldChg>
      <pc:sldChg chg="addSp delSp modSp add mod">
        <pc:chgData name="Alef Santos" userId="e94e91ad3b9f2a1e" providerId="LiveId" clId="{E2C17F3A-6B01-4639-BDA6-B49FCDD558F5}" dt="2026-06-19T16:48:06.606" v="2311" actId="207"/>
        <pc:sldMkLst>
          <pc:docMk/>
          <pc:sldMk cId="1561157023" sldId="288"/>
        </pc:sldMkLst>
        <pc:spChg chg="mod">
          <ac:chgData name="Alef Santos" userId="e94e91ad3b9f2a1e" providerId="LiveId" clId="{E2C17F3A-6B01-4639-BDA6-B49FCDD558F5}" dt="2026-06-19T16:48:06.606" v="2311" actId="207"/>
          <ac:spMkLst>
            <pc:docMk/>
            <pc:sldMk cId="1561157023" sldId="288"/>
            <ac:spMk id="20" creationId="{00000000-0000-0000-0000-000000000000}"/>
          </ac:spMkLst>
        </pc:spChg>
        <pc:spChg chg="mod">
          <ac:chgData name="Alef Santos" userId="e94e91ad3b9f2a1e" providerId="LiveId" clId="{E2C17F3A-6B01-4639-BDA6-B49FCDD558F5}" dt="2026-06-19T16:48:06.606" v="2311" actId="207"/>
          <ac:spMkLst>
            <pc:docMk/>
            <pc:sldMk cId="1561157023" sldId="288"/>
            <ac:spMk id="43" creationId="{7E86A515-A978-4657-82B1-5892DB21EBC3}"/>
          </ac:spMkLst>
        </pc:spChg>
        <pc:spChg chg="mod">
          <ac:chgData name="Alef Santos" userId="e94e91ad3b9f2a1e" providerId="LiveId" clId="{E2C17F3A-6B01-4639-BDA6-B49FCDD558F5}" dt="2026-06-19T16:37:22.294" v="2087" actId="207"/>
          <ac:spMkLst>
            <pc:docMk/>
            <pc:sldMk cId="1561157023" sldId="288"/>
            <ac:spMk id="44" creationId="{45DCE0F1-F4BE-4F7E-8B6D-F5C4F7EC6EB8}"/>
          </ac:spMkLst>
        </pc:spChg>
        <pc:spChg chg="mod">
          <ac:chgData name="Alef Santos" userId="e94e91ad3b9f2a1e" providerId="LiveId" clId="{E2C17F3A-6B01-4639-BDA6-B49FCDD558F5}" dt="2026-06-19T16:31:58.144" v="1942"/>
          <ac:spMkLst>
            <pc:docMk/>
            <pc:sldMk cId="1561157023" sldId="288"/>
            <ac:spMk id="49" creationId="{11CB446C-957B-49BE-86F7-600100963FC1}"/>
          </ac:spMkLst>
        </pc:spChg>
        <pc:spChg chg="mod">
          <ac:chgData name="Alef Santos" userId="e94e91ad3b9f2a1e" providerId="LiveId" clId="{E2C17F3A-6B01-4639-BDA6-B49FCDD558F5}" dt="2026-06-19T16:31:58.144" v="1942"/>
          <ac:spMkLst>
            <pc:docMk/>
            <pc:sldMk cId="1561157023" sldId="288"/>
            <ac:spMk id="50" creationId="{34722C3E-6AAA-4416-9E55-7AEB70541D88}"/>
          </ac:spMkLst>
        </pc:spChg>
        <pc:grpChg chg="mod">
          <ac:chgData name="Alef Santos" userId="e94e91ad3b9f2a1e" providerId="LiveId" clId="{E2C17F3A-6B01-4639-BDA6-B49FCDD558F5}" dt="2026-06-19T16:31:55.998" v="1941" actId="1076"/>
          <ac:grpSpMkLst>
            <pc:docMk/>
            <pc:sldMk cId="1561157023" sldId="288"/>
            <ac:grpSpMk id="40" creationId="{4027A963-9ED9-4879-BEB3-21CEFAB63924}"/>
          </ac:grpSpMkLst>
        </pc:grpChg>
        <pc:grpChg chg="del mod">
          <ac:chgData name="Alef Santos" userId="e94e91ad3b9f2a1e" providerId="LiveId" clId="{E2C17F3A-6B01-4639-BDA6-B49FCDD558F5}" dt="2026-06-19T16:32:14.011" v="1945" actId="478"/>
          <ac:grpSpMkLst>
            <pc:docMk/>
            <pc:sldMk cId="1561157023" sldId="288"/>
            <ac:grpSpMk id="45" creationId="{A98AAAA5-D243-4AF0-91C2-78C40458AD88}"/>
          </ac:grpSpMkLst>
        </pc:grpChg>
        <pc:grpChg chg="add mod">
          <ac:chgData name="Alef Santos" userId="e94e91ad3b9f2a1e" providerId="LiveId" clId="{E2C17F3A-6B01-4639-BDA6-B49FCDD558F5}" dt="2026-06-19T16:32:10.058" v="1944" actId="14100"/>
          <ac:grpSpMkLst>
            <pc:docMk/>
            <pc:sldMk cId="1561157023" sldId="288"/>
            <ac:grpSpMk id="48" creationId="{5F56B4F1-A2BB-4A0E-85F8-1070E52ED050}"/>
          </ac:grpSpMkLst>
        </pc:grpChg>
      </pc:sldChg>
      <pc:sldChg chg="addSp delSp modSp add mod">
        <pc:chgData name="Alef Santos" userId="e94e91ad3b9f2a1e" providerId="LiveId" clId="{E2C17F3A-6B01-4639-BDA6-B49FCDD558F5}" dt="2026-06-19T16:49:36.711" v="2317" actId="478"/>
        <pc:sldMkLst>
          <pc:docMk/>
          <pc:sldMk cId="1108564293" sldId="289"/>
        </pc:sldMkLst>
        <pc:spChg chg="add del">
          <ac:chgData name="Alef Santos" userId="e94e91ad3b9f2a1e" providerId="LiveId" clId="{E2C17F3A-6B01-4639-BDA6-B49FCDD558F5}" dt="2026-06-19T16:35:20.716" v="2078" actId="478"/>
          <ac:spMkLst>
            <pc:docMk/>
            <pc:sldMk cId="1108564293" sldId="289"/>
            <ac:spMk id="16" creationId="{00000000-0000-0000-0000-000000000000}"/>
          </ac:spMkLst>
        </pc:spChg>
        <pc:spChg chg="mod">
          <ac:chgData name="Alef Santos" userId="e94e91ad3b9f2a1e" providerId="LiveId" clId="{E2C17F3A-6B01-4639-BDA6-B49FCDD558F5}" dt="2026-06-19T16:48:12.432" v="2312" actId="207"/>
          <ac:spMkLst>
            <pc:docMk/>
            <pc:sldMk cId="1108564293" sldId="289"/>
            <ac:spMk id="20" creationId="{00000000-0000-0000-0000-000000000000}"/>
          </ac:spMkLst>
        </pc:spChg>
        <pc:spChg chg="mod">
          <ac:chgData name="Alef Santos" userId="e94e91ad3b9f2a1e" providerId="LiveId" clId="{E2C17F3A-6B01-4639-BDA6-B49FCDD558F5}" dt="2026-06-19T16:48:12.432" v="2312" actId="207"/>
          <ac:spMkLst>
            <pc:docMk/>
            <pc:sldMk cId="1108564293" sldId="289"/>
            <ac:spMk id="43" creationId="{7E86A515-A978-4657-82B1-5892DB21EBC3}"/>
          </ac:spMkLst>
        </pc:spChg>
        <pc:spChg chg="mod">
          <ac:chgData name="Alef Santos" userId="e94e91ad3b9f2a1e" providerId="LiveId" clId="{E2C17F3A-6B01-4639-BDA6-B49FCDD558F5}" dt="2026-06-19T16:48:12.432" v="2312" actId="207"/>
          <ac:spMkLst>
            <pc:docMk/>
            <pc:sldMk cId="1108564293" sldId="289"/>
            <ac:spMk id="44" creationId="{45DCE0F1-F4BE-4F7E-8B6D-F5C4F7EC6EB8}"/>
          </ac:spMkLst>
        </pc:spChg>
        <pc:spChg chg="add del">
          <ac:chgData name="Alef Santos" userId="e94e91ad3b9f2a1e" providerId="LiveId" clId="{E2C17F3A-6B01-4639-BDA6-B49FCDD558F5}" dt="2026-06-19T16:33:16.627" v="1949" actId="11529"/>
          <ac:spMkLst>
            <pc:docMk/>
            <pc:sldMk cId="1108564293" sldId="289"/>
            <ac:spMk id="45" creationId="{FAFD2F18-DA8C-496C-A723-86951DD315F5}"/>
          </ac:spMkLst>
        </pc:spChg>
        <pc:spChg chg="add mod">
          <ac:chgData name="Alef Santos" userId="e94e91ad3b9f2a1e" providerId="LiveId" clId="{E2C17F3A-6B01-4639-BDA6-B49FCDD558F5}" dt="2026-06-19T16:49:29.312" v="2315" actId="207"/>
          <ac:spMkLst>
            <pc:docMk/>
            <pc:sldMk cId="1108564293" sldId="289"/>
            <ac:spMk id="51" creationId="{299B6A06-67CB-4D3C-9F90-6E073D41C356}"/>
          </ac:spMkLst>
        </pc:spChg>
        <pc:spChg chg="mod">
          <ac:chgData name="Alef Santos" userId="e94e91ad3b9f2a1e" providerId="LiveId" clId="{E2C17F3A-6B01-4639-BDA6-B49FCDD558F5}" dt="2026-06-19T16:33:59.871" v="2052"/>
          <ac:spMkLst>
            <pc:docMk/>
            <pc:sldMk cId="1108564293" sldId="289"/>
            <ac:spMk id="53" creationId="{9095C5BE-4988-479B-B51D-68F1F2D0B7A2}"/>
          </ac:spMkLst>
        </pc:spChg>
        <pc:spChg chg="mod">
          <ac:chgData name="Alef Santos" userId="e94e91ad3b9f2a1e" providerId="LiveId" clId="{E2C17F3A-6B01-4639-BDA6-B49FCDD558F5}" dt="2026-06-19T16:33:59.871" v="2052"/>
          <ac:spMkLst>
            <pc:docMk/>
            <pc:sldMk cId="1108564293" sldId="289"/>
            <ac:spMk id="54" creationId="{54DFB566-0CDA-4479-B359-691E30C11C50}"/>
          </ac:spMkLst>
        </pc:spChg>
        <pc:spChg chg="add del mod">
          <ac:chgData name="Alef Santos" userId="e94e91ad3b9f2a1e" providerId="LiveId" clId="{E2C17F3A-6B01-4639-BDA6-B49FCDD558F5}" dt="2026-06-19T16:46:29.930" v="2303" actId="478"/>
          <ac:spMkLst>
            <pc:docMk/>
            <pc:sldMk cId="1108564293" sldId="289"/>
            <ac:spMk id="55" creationId="{3A385898-914D-4BC0-AC49-B598B3BCAC56}"/>
          </ac:spMkLst>
        </pc:spChg>
        <pc:spChg chg="mod">
          <ac:chgData name="Alef Santos" userId="e94e91ad3b9f2a1e" providerId="LiveId" clId="{E2C17F3A-6B01-4639-BDA6-B49FCDD558F5}" dt="2026-06-19T16:44:48.943" v="2292"/>
          <ac:spMkLst>
            <pc:docMk/>
            <pc:sldMk cId="1108564293" sldId="289"/>
            <ac:spMk id="57" creationId="{399B8888-1357-4986-B82A-15F81CB81F55}"/>
          </ac:spMkLst>
        </pc:spChg>
        <pc:spChg chg="mod">
          <ac:chgData name="Alef Santos" userId="e94e91ad3b9f2a1e" providerId="LiveId" clId="{E2C17F3A-6B01-4639-BDA6-B49FCDD558F5}" dt="2026-06-19T16:44:48.943" v="2292"/>
          <ac:spMkLst>
            <pc:docMk/>
            <pc:sldMk cId="1108564293" sldId="289"/>
            <ac:spMk id="58" creationId="{F181A67E-047E-46A0-BE64-B591F0077726}"/>
          </ac:spMkLst>
        </pc:spChg>
        <pc:spChg chg="add del mod">
          <ac:chgData name="Alef Santos" userId="e94e91ad3b9f2a1e" providerId="LiveId" clId="{E2C17F3A-6B01-4639-BDA6-B49FCDD558F5}" dt="2026-06-19T16:49:36.711" v="2317" actId="478"/>
          <ac:spMkLst>
            <pc:docMk/>
            <pc:sldMk cId="1108564293" sldId="289"/>
            <ac:spMk id="59" creationId="{AD1683B4-9475-4053-B5EB-A717AB78B26F}"/>
          </ac:spMkLst>
        </pc:spChg>
        <pc:grpChg chg="mod">
          <ac:chgData name="Alef Santos" userId="e94e91ad3b9f2a1e" providerId="LiveId" clId="{E2C17F3A-6B01-4639-BDA6-B49FCDD558F5}" dt="2026-06-19T16:35:12.841" v="2071" actId="1076"/>
          <ac:grpSpMkLst>
            <pc:docMk/>
            <pc:sldMk cId="1108564293" sldId="289"/>
            <ac:grpSpMk id="40" creationId="{4027A963-9ED9-4879-BEB3-21CEFAB63924}"/>
          </ac:grpSpMkLst>
        </pc:grpChg>
        <pc:grpChg chg="add mod">
          <ac:chgData name="Alef Santos" userId="e94e91ad3b9f2a1e" providerId="LiveId" clId="{E2C17F3A-6B01-4639-BDA6-B49FCDD558F5}" dt="2026-06-19T16:35:42.033" v="2081" actId="1076"/>
          <ac:grpSpMkLst>
            <pc:docMk/>
            <pc:sldMk cId="1108564293" sldId="289"/>
            <ac:grpSpMk id="52" creationId="{D0C35719-8D67-46FA-A900-FAC9C213E392}"/>
          </ac:grpSpMkLst>
        </pc:grpChg>
        <pc:grpChg chg="add del mod">
          <ac:chgData name="Alef Santos" userId="e94e91ad3b9f2a1e" providerId="LiveId" clId="{E2C17F3A-6B01-4639-BDA6-B49FCDD558F5}" dt="2026-06-19T16:46:30.409" v="2304" actId="478"/>
          <ac:grpSpMkLst>
            <pc:docMk/>
            <pc:sldMk cId="1108564293" sldId="289"/>
            <ac:grpSpMk id="56" creationId="{F601B5C6-D628-42B6-A1D0-3CCD808F7514}"/>
          </ac:grpSpMkLst>
        </pc:grpChg>
      </pc:sldChg>
      <pc:sldChg chg="add">
        <pc:chgData name="Alef Santos" userId="e94e91ad3b9f2a1e" providerId="LiveId" clId="{E2C17F3A-6B01-4639-BDA6-B49FCDD558F5}" dt="2026-06-19T16:39:38.132" v="2091" actId="2890"/>
        <pc:sldMkLst>
          <pc:docMk/>
          <pc:sldMk cId="1793586376" sldId="290"/>
        </pc:sldMkLst>
      </pc:sldChg>
      <pc:sldChg chg="add">
        <pc:chgData name="Alef Santos" userId="e94e91ad3b9f2a1e" providerId="LiveId" clId="{E2C17F3A-6B01-4639-BDA6-B49FCDD558F5}" dt="2026-06-19T16:41:12.576" v="2094" actId="2890"/>
        <pc:sldMkLst>
          <pc:docMk/>
          <pc:sldMk cId="125316183" sldId="291"/>
        </pc:sldMkLst>
      </pc:sldChg>
      <pc:sldChg chg="addSp delSp modSp add mod ord">
        <pc:chgData name="Alef Santos" userId="e94e91ad3b9f2a1e" providerId="LiveId" clId="{E2C17F3A-6B01-4639-BDA6-B49FCDD558F5}" dt="2026-06-19T17:16:34.791" v="2675" actId="478"/>
        <pc:sldMkLst>
          <pc:docMk/>
          <pc:sldMk cId="266416949" sldId="292"/>
        </pc:sldMkLst>
        <pc:spChg chg="mod">
          <ac:chgData name="Alef Santos" userId="e94e91ad3b9f2a1e" providerId="LiveId" clId="{E2C17F3A-6B01-4639-BDA6-B49FCDD558F5}" dt="2026-06-19T16:48:17.594" v="2313" actId="207"/>
          <ac:spMkLst>
            <pc:docMk/>
            <pc:sldMk cId="266416949" sldId="292"/>
            <ac:spMk id="20" creationId="{00000000-0000-0000-0000-000000000000}"/>
          </ac:spMkLst>
        </pc:spChg>
        <pc:spChg chg="mod">
          <ac:chgData name="Alef Santos" userId="e94e91ad3b9f2a1e" providerId="LiveId" clId="{E2C17F3A-6B01-4639-BDA6-B49FCDD558F5}" dt="2026-06-19T17:08:49.690" v="2326" actId="1076"/>
          <ac:spMkLst>
            <pc:docMk/>
            <pc:sldMk cId="266416949" sldId="292"/>
            <ac:spMk id="43" creationId="{7E86A515-A978-4657-82B1-5892DB21EBC3}"/>
          </ac:spMkLst>
        </pc:spChg>
        <pc:spChg chg="mod">
          <ac:chgData name="Alef Santos" userId="e94e91ad3b9f2a1e" providerId="LiveId" clId="{E2C17F3A-6B01-4639-BDA6-B49FCDD558F5}" dt="2026-06-19T16:48:17.594" v="2313" actId="207"/>
          <ac:spMkLst>
            <pc:docMk/>
            <pc:sldMk cId="266416949" sldId="292"/>
            <ac:spMk id="44" creationId="{45DCE0F1-F4BE-4F7E-8B6D-F5C4F7EC6EB8}"/>
          </ac:spMkLst>
        </pc:spChg>
        <pc:spChg chg="mod">
          <ac:chgData name="Alef Santos" userId="e94e91ad3b9f2a1e" providerId="LiveId" clId="{E2C17F3A-6B01-4639-BDA6-B49FCDD558F5}" dt="2026-06-19T16:48:17.594" v="2313" actId="207"/>
          <ac:spMkLst>
            <pc:docMk/>
            <pc:sldMk cId="266416949" sldId="292"/>
            <ac:spMk id="51" creationId="{299B6A06-67CB-4D3C-9F90-6E073D41C356}"/>
          </ac:spMkLst>
        </pc:spChg>
        <pc:spChg chg="add del mod">
          <ac:chgData name="Alef Santos" userId="e94e91ad3b9f2a1e" providerId="LiveId" clId="{E2C17F3A-6B01-4639-BDA6-B49FCDD558F5}" dt="2026-06-19T17:16:06.697" v="2665" actId="207"/>
          <ac:spMkLst>
            <pc:docMk/>
            <pc:sldMk cId="266416949" sldId="292"/>
            <ac:spMk id="55" creationId="{3A385898-914D-4BC0-AC49-B598B3BCAC56}"/>
          </ac:spMkLst>
        </pc:spChg>
        <pc:spChg chg="add del mod">
          <ac:chgData name="Alef Santos" userId="e94e91ad3b9f2a1e" providerId="LiveId" clId="{E2C17F3A-6B01-4639-BDA6-B49FCDD558F5}" dt="2026-06-19T16:50:33.754" v="2323" actId="478"/>
          <ac:spMkLst>
            <pc:docMk/>
            <pc:sldMk cId="266416949" sldId="292"/>
            <ac:spMk id="59" creationId="{A9644E86-BDA8-4733-8A58-56FE6D6112F8}"/>
          </ac:spMkLst>
        </pc:spChg>
        <pc:spChg chg="add del mod">
          <ac:chgData name="Alef Santos" userId="e94e91ad3b9f2a1e" providerId="LiveId" clId="{E2C17F3A-6B01-4639-BDA6-B49FCDD558F5}" dt="2026-06-19T17:16:34.184" v="2674" actId="478"/>
          <ac:spMkLst>
            <pc:docMk/>
            <pc:sldMk cId="266416949" sldId="292"/>
            <ac:spMk id="60" creationId="{3A59BE37-E0F8-4583-AE82-3ABAAC8D00B8}"/>
          </ac:spMkLst>
        </pc:spChg>
        <pc:spChg chg="mod">
          <ac:chgData name="Alef Santos" userId="e94e91ad3b9f2a1e" providerId="LiveId" clId="{E2C17F3A-6B01-4639-BDA6-B49FCDD558F5}" dt="2026-06-19T17:15:20.813" v="2657"/>
          <ac:spMkLst>
            <pc:docMk/>
            <pc:sldMk cId="266416949" sldId="292"/>
            <ac:spMk id="62" creationId="{81979291-F7F7-4E4F-B5AF-23B09C96B700}"/>
          </ac:spMkLst>
        </pc:spChg>
        <pc:spChg chg="mod">
          <ac:chgData name="Alef Santos" userId="e94e91ad3b9f2a1e" providerId="LiveId" clId="{E2C17F3A-6B01-4639-BDA6-B49FCDD558F5}" dt="2026-06-19T17:15:20.813" v="2657"/>
          <ac:spMkLst>
            <pc:docMk/>
            <pc:sldMk cId="266416949" sldId="292"/>
            <ac:spMk id="63" creationId="{08C1981D-CDEB-41BC-8050-A0C4634EE7DB}"/>
          </ac:spMkLst>
        </pc:spChg>
        <pc:grpChg chg="del">
          <ac:chgData name="Alef Santos" userId="e94e91ad3b9f2a1e" providerId="LiveId" clId="{E2C17F3A-6B01-4639-BDA6-B49FCDD558F5}" dt="2026-06-19T17:08:20.039" v="2324" actId="478"/>
          <ac:grpSpMkLst>
            <pc:docMk/>
            <pc:sldMk cId="266416949" sldId="292"/>
            <ac:grpSpMk id="17" creationId="{00000000-0000-0000-0000-000000000000}"/>
          </ac:grpSpMkLst>
        </pc:grpChg>
        <pc:grpChg chg="mod">
          <ac:chgData name="Alef Santos" userId="e94e91ad3b9f2a1e" providerId="LiveId" clId="{E2C17F3A-6B01-4639-BDA6-B49FCDD558F5}" dt="2026-06-19T17:08:49.690" v="2326" actId="1076"/>
          <ac:grpSpMkLst>
            <pc:docMk/>
            <pc:sldMk cId="266416949" sldId="292"/>
            <ac:grpSpMk id="40" creationId="{4027A963-9ED9-4879-BEB3-21CEFAB63924}"/>
          </ac:grpSpMkLst>
        </pc:grpChg>
        <pc:grpChg chg="add del mod">
          <ac:chgData name="Alef Santos" userId="e94e91ad3b9f2a1e" providerId="LiveId" clId="{E2C17F3A-6B01-4639-BDA6-B49FCDD558F5}" dt="2026-06-19T17:16:34.791" v="2675" actId="478"/>
          <ac:grpSpMkLst>
            <pc:docMk/>
            <pc:sldMk cId="266416949" sldId="292"/>
            <ac:grpSpMk id="61" creationId="{6A03F089-F355-41A8-97BC-A555E75BA851}"/>
          </ac:grpSpMkLst>
        </pc:grpChg>
      </pc:sldChg>
      <pc:sldChg chg="addSp delSp modSp add mod ord">
        <pc:chgData name="Alef Santos" userId="e94e91ad3b9f2a1e" providerId="LiveId" clId="{E2C17F3A-6B01-4639-BDA6-B49FCDD558F5}" dt="2026-06-19T17:17:09.933" v="2677" actId="20577"/>
        <pc:sldMkLst>
          <pc:docMk/>
          <pc:sldMk cId="2741625556" sldId="293"/>
        </pc:sldMkLst>
        <pc:spChg chg="mod">
          <ac:chgData name="Alef Santos" userId="e94e91ad3b9f2a1e" providerId="LiveId" clId="{E2C17F3A-6B01-4639-BDA6-B49FCDD558F5}" dt="2026-06-19T17:16:15.620" v="2667" actId="207"/>
          <ac:spMkLst>
            <pc:docMk/>
            <pc:sldMk cId="2741625556" sldId="293"/>
            <ac:spMk id="55" creationId="{3A385898-914D-4BC0-AC49-B598B3BCAC56}"/>
          </ac:spMkLst>
        </pc:spChg>
        <pc:spChg chg="mod">
          <ac:chgData name="Alef Santos" userId="e94e91ad3b9f2a1e" providerId="LiveId" clId="{E2C17F3A-6B01-4639-BDA6-B49FCDD558F5}" dt="2026-06-19T17:17:09.933" v="2677" actId="20577"/>
          <ac:spMkLst>
            <pc:docMk/>
            <pc:sldMk cId="2741625556" sldId="293"/>
            <ac:spMk id="60" creationId="{3A59BE37-E0F8-4583-AE82-3ABAAC8D00B8}"/>
          </ac:spMkLst>
        </pc:spChg>
        <pc:grpChg chg="add del">
          <ac:chgData name="Alef Santos" userId="e94e91ad3b9f2a1e" providerId="LiveId" clId="{E2C17F3A-6B01-4639-BDA6-B49FCDD558F5}" dt="2026-06-19T17:16:25.706" v="2671" actId="478"/>
          <ac:grpSpMkLst>
            <pc:docMk/>
            <pc:sldMk cId="2741625556" sldId="293"/>
            <ac:grpSpMk id="61" creationId="{6A03F089-F355-41A8-97BC-A555E75BA851}"/>
          </ac:grpSpMkLst>
        </pc:grpChg>
      </pc:sldChg>
      <pc:sldChg chg="add del ord">
        <pc:chgData name="Alef Santos" userId="e94e91ad3b9f2a1e" providerId="LiveId" clId="{E2C17F3A-6B01-4639-BDA6-B49FCDD558F5}" dt="2026-06-19T17:17:40.618" v="2681" actId="47"/>
        <pc:sldMkLst>
          <pc:docMk/>
          <pc:sldMk cId="1382774730" sldId="294"/>
        </pc:sldMkLst>
      </pc:sldChg>
      <pc:sldChg chg="modSp add mod ord">
        <pc:chgData name="Alef Santos" userId="e94e91ad3b9f2a1e" providerId="LiveId" clId="{E2C17F3A-6B01-4639-BDA6-B49FCDD558F5}" dt="2026-06-19T17:18:08.617" v="2708" actId="20577"/>
        <pc:sldMkLst>
          <pc:docMk/>
          <pc:sldMk cId="2340329738" sldId="294"/>
        </pc:sldMkLst>
        <pc:spChg chg="mod">
          <ac:chgData name="Alef Santos" userId="e94e91ad3b9f2a1e" providerId="LiveId" clId="{E2C17F3A-6B01-4639-BDA6-B49FCDD558F5}" dt="2026-06-19T17:18:08.617" v="2708" actId="20577"/>
          <ac:spMkLst>
            <pc:docMk/>
            <pc:sldMk cId="2340329738" sldId="294"/>
            <ac:spMk id="3" creationId="{00000000-0000-0000-0000-000000000000}"/>
          </ac:spMkLst>
        </pc:spChg>
      </pc:sldChg>
      <pc:sldChg chg="modSp add mod">
        <pc:chgData name="Alef Santos" userId="e94e91ad3b9f2a1e" providerId="LiveId" clId="{E2C17F3A-6B01-4639-BDA6-B49FCDD558F5}" dt="2026-06-19T17:46:36.150" v="2772" actId="948"/>
        <pc:sldMkLst>
          <pc:docMk/>
          <pc:sldMk cId="2242004148" sldId="295"/>
        </pc:sldMkLst>
        <pc:spChg chg="mod">
          <ac:chgData name="Alef Santos" userId="e94e91ad3b9f2a1e" providerId="LiveId" clId="{E2C17F3A-6B01-4639-BDA6-B49FCDD558F5}" dt="2026-06-19T17:46:36.150" v="2772" actId="948"/>
          <ac:spMkLst>
            <pc:docMk/>
            <pc:sldMk cId="2242004148" sldId="295"/>
            <ac:spMk id="3" creationId="{00000000-0000-0000-0000-000000000000}"/>
          </ac:spMkLst>
        </pc:spChg>
      </pc:sldChg>
      <pc:sldChg chg="modSp add mod ord">
        <pc:chgData name="Alef Santos" userId="e94e91ad3b9f2a1e" providerId="LiveId" clId="{E2C17F3A-6B01-4639-BDA6-B49FCDD558F5}" dt="2026-06-19T18:55:12.112" v="3032" actId="20577"/>
        <pc:sldMkLst>
          <pc:docMk/>
          <pc:sldMk cId="2744193648" sldId="296"/>
        </pc:sldMkLst>
        <pc:spChg chg="mod">
          <ac:chgData name="Alef Santos" userId="e94e91ad3b9f2a1e" providerId="LiveId" clId="{E2C17F3A-6B01-4639-BDA6-B49FCDD558F5}" dt="2026-06-19T18:55:12.112" v="3032" actId="20577"/>
          <ac:spMkLst>
            <pc:docMk/>
            <pc:sldMk cId="2744193648" sldId="296"/>
            <ac:spMk id="3" creationId="{00000000-0000-0000-0000-000000000000}"/>
          </ac:spMkLst>
        </pc:spChg>
      </pc:sldChg>
      <pc:sldChg chg="modSp add mod ord">
        <pc:chgData name="Alef Santos" userId="e94e91ad3b9f2a1e" providerId="LiveId" clId="{E2C17F3A-6B01-4639-BDA6-B49FCDD558F5}" dt="2026-06-19T19:14:15.100" v="3084" actId="20577"/>
        <pc:sldMkLst>
          <pc:docMk/>
          <pc:sldMk cId="556278106" sldId="297"/>
        </pc:sldMkLst>
        <pc:spChg chg="mod">
          <ac:chgData name="Alef Santos" userId="e94e91ad3b9f2a1e" providerId="LiveId" clId="{E2C17F3A-6B01-4639-BDA6-B49FCDD558F5}" dt="2026-06-19T19:14:15.100" v="3084" actId="20577"/>
          <ac:spMkLst>
            <pc:docMk/>
            <pc:sldMk cId="556278106" sldId="297"/>
            <ac:spMk id="19" creationId="{00000000-0000-0000-0000-000000000000}"/>
          </ac:spMkLst>
        </pc:spChg>
      </pc:sldChg>
      <pc:sldChg chg="modSp add mod ord">
        <pc:chgData name="Alef Santos" userId="e94e91ad3b9f2a1e" providerId="LiveId" clId="{E2C17F3A-6B01-4639-BDA6-B49FCDD558F5}" dt="2026-06-19T18:56:23.655" v="3040"/>
        <pc:sldMkLst>
          <pc:docMk/>
          <pc:sldMk cId="2111562185" sldId="298"/>
        </pc:sldMkLst>
        <pc:graphicFrameChg chg="modGraphic">
          <ac:chgData name="Alef Santos" userId="e94e91ad3b9f2a1e" providerId="LiveId" clId="{E2C17F3A-6B01-4639-BDA6-B49FCDD558F5}" dt="2026-06-19T18:56:21.109" v="3038" actId="207"/>
          <ac:graphicFrameMkLst>
            <pc:docMk/>
            <pc:sldMk cId="2111562185" sldId="298"/>
            <ac:graphicFrameMk id="23" creationId="{2405DDF8-4341-4803-9515-B88A4EB61EBA}"/>
          </ac:graphicFrameMkLst>
        </pc:graphicFrameChg>
      </pc:sldChg>
      <pc:sldChg chg="modSp add mod">
        <pc:chgData name="Alef Santos" userId="e94e91ad3b9f2a1e" providerId="LiveId" clId="{E2C17F3A-6B01-4639-BDA6-B49FCDD558F5}" dt="2026-06-19T18:57:34.383" v="3050" actId="207"/>
        <pc:sldMkLst>
          <pc:docMk/>
          <pc:sldMk cId="3824106395" sldId="299"/>
        </pc:sldMkLst>
        <pc:graphicFrameChg chg="modGraphic">
          <ac:chgData name="Alef Santos" userId="e94e91ad3b9f2a1e" providerId="LiveId" clId="{E2C17F3A-6B01-4639-BDA6-B49FCDD558F5}" dt="2026-06-19T18:57:34.383" v="3050" actId="207"/>
          <ac:graphicFrameMkLst>
            <pc:docMk/>
            <pc:sldMk cId="3824106395" sldId="299"/>
            <ac:graphicFrameMk id="23" creationId="{2405DDF8-4341-4803-9515-B88A4EB61EBA}"/>
          </ac:graphicFrameMkLst>
        </pc:graphicFrameChg>
      </pc:sldChg>
      <pc:sldChg chg="modSp add mod">
        <pc:chgData name="Alef Santos" userId="e94e91ad3b9f2a1e" providerId="LiveId" clId="{E2C17F3A-6B01-4639-BDA6-B49FCDD558F5}" dt="2026-06-19T18:57:40.518" v="3051" actId="207"/>
        <pc:sldMkLst>
          <pc:docMk/>
          <pc:sldMk cId="477219021" sldId="300"/>
        </pc:sldMkLst>
        <pc:graphicFrameChg chg="modGraphic">
          <ac:chgData name="Alef Santos" userId="e94e91ad3b9f2a1e" providerId="LiveId" clId="{E2C17F3A-6B01-4639-BDA6-B49FCDD558F5}" dt="2026-06-19T18:57:40.518" v="3051" actId="207"/>
          <ac:graphicFrameMkLst>
            <pc:docMk/>
            <pc:sldMk cId="477219021" sldId="300"/>
            <ac:graphicFrameMk id="23" creationId="{2405DDF8-4341-4803-9515-B88A4EB61EBA}"/>
          </ac:graphicFrameMkLst>
        </pc:graphicFrameChg>
      </pc:sldChg>
      <pc:sldChg chg="modSp add mod">
        <pc:chgData name="Alef Santos" userId="e94e91ad3b9f2a1e" providerId="LiveId" clId="{E2C17F3A-6B01-4639-BDA6-B49FCDD558F5}" dt="2026-06-19T19:00:47.815" v="3067" actId="207"/>
        <pc:sldMkLst>
          <pc:docMk/>
          <pc:sldMk cId="684353400" sldId="301"/>
        </pc:sldMkLst>
        <pc:graphicFrameChg chg="modGraphic">
          <ac:chgData name="Alef Santos" userId="e94e91ad3b9f2a1e" providerId="LiveId" clId="{E2C17F3A-6B01-4639-BDA6-B49FCDD558F5}" dt="2026-06-19T19:00:47.815" v="3067" actId="207"/>
          <ac:graphicFrameMkLst>
            <pc:docMk/>
            <pc:sldMk cId="684353400" sldId="301"/>
            <ac:graphicFrameMk id="23" creationId="{2405DDF8-4341-4803-9515-B88A4EB61EBA}"/>
          </ac:graphicFrameMkLst>
        </pc:graphicFrameChg>
      </pc:sldChg>
    </pc:docChg>
  </pc:docChgLst>
  <pc:docChgLst>
    <pc:chgData name="Alef Santos" userId="e94e91ad3b9f2a1e" providerId="LiveId" clId="{7FD619BB-EBFF-467F-8617-26CA44C154A5}"/>
    <pc:docChg chg="undo custSel delSld modSld sldOrd">
      <pc:chgData name="Alef Santos" userId="e94e91ad3b9f2a1e" providerId="LiveId" clId="{7FD619BB-EBFF-467F-8617-26CA44C154A5}" dt="2026-06-30T14:31:31.399" v="888" actId="20577"/>
      <pc:docMkLst>
        <pc:docMk/>
      </pc:docMkLst>
      <pc:sldChg chg="delSp ord">
        <pc:chgData name="Alef Santos" userId="e94e91ad3b9f2a1e" providerId="LiveId" clId="{7FD619BB-EBFF-467F-8617-26CA44C154A5}" dt="2026-06-30T14:26:13.436" v="762"/>
        <pc:sldMkLst>
          <pc:docMk/>
          <pc:sldMk cId="0" sldId="256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0" sldId="256"/>
            <ac:spMk id="17" creationId="{591AA3D9-1987-457D-B783-0ACAA4F06E10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0" sldId="256"/>
            <ac:spMk id="48" creationId="{575EA7BD-7D54-46E4-9BC5-7F9E2D4036D0}"/>
          </ac:spMkLst>
        </pc:spChg>
      </pc:sldChg>
      <pc:sldChg chg="addSp delSp modSp mod">
        <pc:chgData name="Alef Santos" userId="e94e91ad3b9f2a1e" providerId="LiveId" clId="{7FD619BB-EBFF-467F-8617-26CA44C154A5}" dt="2026-06-30T14:29:33.463" v="840" actId="20577"/>
        <pc:sldMkLst>
          <pc:docMk/>
          <pc:sldMk cId="0" sldId="258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0" sldId="258"/>
            <ac:spMk id="16" creationId="{56FDA1D2-F79A-45D9-BD55-96728047F8B8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0" sldId="258"/>
            <ac:spMk id="21" creationId="{400773EE-6A33-41C1-B84B-3631F818C0B3}"/>
          </ac:spMkLst>
        </pc:spChg>
        <pc:spChg chg="add mod">
          <ac:chgData name="Alef Santos" userId="e94e91ad3b9f2a1e" providerId="LiveId" clId="{7FD619BB-EBFF-467F-8617-26CA44C154A5}" dt="2026-06-30T14:29:33.463" v="840" actId="20577"/>
          <ac:spMkLst>
            <pc:docMk/>
            <pc:sldMk cId="0" sldId="258"/>
            <ac:spMk id="25" creationId="{B1A0EEB8-C058-4306-A313-60924330D4F5}"/>
          </ac:spMkLst>
        </pc:spChg>
      </pc:sldChg>
      <pc:sldChg chg="addSp delSp modSp mod">
        <pc:chgData name="Alef Santos" userId="e94e91ad3b9f2a1e" providerId="LiveId" clId="{7FD619BB-EBFF-467F-8617-26CA44C154A5}" dt="2026-06-30T14:29:29.405" v="835" actId="20577"/>
        <pc:sldMkLst>
          <pc:docMk/>
          <pc:sldMk cId="0" sldId="260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0" sldId="260"/>
            <ac:spMk id="4" creationId="{BBD101A0-E475-4EA0-9235-47ADEF1A3E5A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0" sldId="260"/>
            <ac:spMk id="5" creationId="{CE262B31-9379-457C-AA1F-ED7E9064428B}"/>
          </ac:spMkLst>
        </pc:spChg>
        <pc:spChg chg="add mod">
          <ac:chgData name="Alef Santos" userId="e94e91ad3b9f2a1e" providerId="LiveId" clId="{7FD619BB-EBFF-467F-8617-26CA44C154A5}" dt="2026-06-30T14:29:29.405" v="835" actId="20577"/>
          <ac:spMkLst>
            <pc:docMk/>
            <pc:sldMk cId="0" sldId="260"/>
            <ac:spMk id="27" creationId="{EF0DFD52-1539-4A9B-83A3-B6D76AA4AD6E}"/>
          </ac:spMkLst>
        </pc:spChg>
      </pc:sldChg>
      <pc:sldChg chg="addSp delSp modSp mod">
        <pc:chgData name="Alef Santos" userId="e94e91ad3b9f2a1e" providerId="LiveId" clId="{7FD619BB-EBFF-467F-8617-26CA44C154A5}" dt="2026-06-30T14:31:26.794" v="885" actId="20577"/>
        <pc:sldMkLst>
          <pc:docMk/>
          <pc:sldMk cId="0" sldId="268"/>
        </pc:sldMkLst>
        <pc:spChg chg="del mod">
          <ac:chgData name="Alef Santos" userId="e94e91ad3b9f2a1e" providerId="LiveId" clId="{7FD619BB-EBFF-467F-8617-26CA44C154A5}" dt="2026-06-29T11:40:40.060" v="18" actId="478"/>
          <ac:spMkLst>
            <pc:docMk/>
            <pc:sldMk cId="0" sldId="268"/>
            <ac:spMk id="16" creationId="{00000000-0000-0000-0000-000000000000}"/>
          </ac:spMkLst>
        </pc:spChg>
        <pc:spChg chg="del">
          <ac:chgData name="Alef Santos" userId="e94e91ad3b9f2a1e" providerId="LiveId" clId="{7FD619BB-EBFF-467F-8617-26CA44C154A5}" dt="2026-06-30T14:25:35.741" v="757"/>
          <ac:spMkLst>
            <pc:docMk/>
            <pc:sldMk cId="0" sldId="268"/>
            <ac:spMk id="16" creationId="{C9C5327C-F5F1-49CC-96ED-40FD00B311BB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0" sldId="268"/>
            <ac:spMk id="20" creationId="{7DF62C49-5199-40BA-A669-92693B7A532B}"/>
          </ac:spMkLst>
        </pc:spChg>
        <pc:spChg chg="del">
          <ac:chgData name="Alef Santos" userId="e94e91ad3b9f2a1e" providerId="LiveId" clId="{7FD619BB-EBFF-467F-8617-26CA44C154A5}" dt="2026-06-30T14:31:24.685" v="883" actId="478"/>
          <ac:spMkLst>
            <pc:docMk/>
            <pc:sldMk cId="0" sldId="268"/>
            <ac:spMk id="36" creationId="{00000000-0000-0000-0000-000000000000}"/>
          </ac:spMkLst>
        </pc:spChg>
        <pc:spChg chg="add mod">
          <ac:chgData name="Alef Santos" userId="e94e91ad3b9f2a1e" providerId="LiveId" clId="{7FD619BB-EBFF-467F-8617-26CA44C154A5}" dt="2026-06-29T12:58:32.288" v="573" actId="20577"/>
          <ac:spMkLst>
            <pc:docMk/>
            <pc:sldMk cId="0" sldId="268"/>
            <ac:spMk id="37" creationId="{07DAA113-26DF-4C4F-8962-FF38B05EF2AC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0" sldId="268"/>
            <ac:spMk id="38" creationId="{99E5AF27-0E24-46DD-9866-D414F28D39BD}"/>
          </ac:spMkLst>
        </pc:spChg>
        <pc:spChg chg="add mod">
          <ac:chgData name="Alef Santos" userId="e94e91ad3b9f2a1e" providerId="LiveId" clId="{7FD619BB-EBFF-467F-8617-26CA44C154A5}" dt="2026-06-30T14:31:26.794" v="885" actId="20577"/>
          <ac:spMkLst>
            <pc:docMk/>
            <pc:sldMk cId="0" sldId="268"/>
            <ac:spMk id="41" creationId="{FE527BF2-0E84-4CBF-AC14-3D0E18DEC339}"/>
          </ac:spMkLst>
        </pc:spChg>
        <pc:grpChg chg="del">
          <ac:chgData name="Alef Santos" userId="e94e91ad3b9f2a1e" providerId="LiveId" clId="{7FD619BB-EBFF-467F-8617-26CA44C154A5}" dt="2026-06-30T14:31:21.981" v="882" actId="478"/>
          <ac:grpSpMkLst>
            <pc:docMk/>
            <pc:sldMk cId="0" sldId="268"/>
            <ac:grpSpMk id="17" creationId="{00000000-0000-0000-0000-000000000000}"/>
          </ac:grpSpMkLst>
        </pc:grpChg>
      </pc:sldChg>
      <pc:sldChg chg="addSp delSp modSp mod">
        <pc:chgData name="Alef Santos" userId="e94e91ad3b9f2a1e" providerId="LiveId" clId="{7FD619BB-EBFF-467F-8617-26CA44C154A5}" dt="2026-06-30T14:31:31.399" v="888" actId="20577"/>
        <pc:sldMkLst>
          <pc:docMk/>
          <pc:sldMk cId="0" sldId="269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0" sldId="269"/>
            <ac:spMk id="18" creationId="{6D92D765-01D5-4B7F-A4B1-1400BBFE0E3F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0" sldId="269"/>
            <ac:spMk id="19" creationId="{BA496CA6-9A58-4D4F-929E-536D68EEC0E3}"/>
          </ac:spMkLst>
        </pc:spChg>
        <pc:spChg chg="add mod">
          <ac:chgData name="Alef Santos" userId="e94e91ad3b9f2a1e" providerId="LiveId" clId="{7FD619BB-EBFF-467F-8617-26CA44C154A5}" dt="2026-06-30T14:31:31.399" v="888" actId="20577"/>
          <ac:spMkLst>
            <pc:docMk/>
            <pc:sldMk cId="0" sldId="269"/>
            <ac:spMk id="23" creationId="{5C2CADA7-760E-4C32-A0D0-59398536F8FF}"/>
          </ac:spMkLst>
        </pc:spChg>
        <pc:spChg chg="mod">
          <ac:chgData name="Alef Santos" userId="e94e91ad3b9f2a1e" providerId="LiveId" clId="{7FD619BB-EBFF-467F-8617-26CA44C154A5}" dt="2026-06-30T14:04:12.835" v="755" actId="113"/>
          <ac:spMkLst>
            <pc:docMk/>
            <pc:sldMk cId="0" sldId="269"/>
            <ac:spMk id="36" creationId="{D40AE5AA-C113-4254-9E5B-CD15F0C3D5C8}"/>
          </ac:spMkLst>
        </pc:spChg>
      </pc:sldChg>
      <pc:sldChg chg="delSp">
        <pc:chgData name="Alef Santos" userId="e94e91ad3b9f2a1e" providerId="LiveId" clId="{7FD619BB-EBFF-467F-8617-26CA44C154A5}" dt="2026-06-30T14:26:13.436" v="762"/>
        <pc:sldMkLst>
          <pc:docMk/>
          <pc:sldMk cId="0" sldId="270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0" sldId="270"/>
            <ac:spMk id="14" creationId="{DFEE059C-F01C-4078-A907-06178DBBEBDD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0" sldId="270"/>
            <ac:spMk id="33" creationId="{2FA8CF46-58BA-478C-BDA4-BA5DAA2B995C}"/>
          </ac:spMkLst>
        </pc:spChg>
      </pc:sldChg>
      <pc:sldChg chg="addSp delSp modSp mod">
        <pc:chgData name="Alef Santos" userId="e94e91ad3b9f2a1e" providerId="LiveId" clId="{7FD619BB-EBFF-467F-8617-26CA44C154A5}" dt="2026-06-30T14:28:27.249" v="811" actId="20577"/>
        <pc:sldMkLst>
          <pc:docMk/>
          <pc:sldMk cId="864818609" sldId="272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864818609" sldId="272"/>
            <ac:spMk id="22" creationId="{47F0B62C-DB63-4284-8971-AF980D7D25A6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864818609" sldId="272"/>
            <ac:spMk id="23" creationId="{8B34D730-3978-4231-BE57-BC708FBCA00F}"/>
          </ac:spMkLst>
        </pc:spChg>
        <pc:spChg chg="add mod">
          <ac:chgData name="Alef Santos" userId="e94e91ad3b9f2a1e" providerId="LiveId" clId="{7FD619BB-EBFF-467F-8617-26CA44C154A5}" dt="2026-06-30T14:28:27.249" v="811" actId="20577"/>
          <ac:spMkLst>
            <pc:docMk/>
            <pc:sldMk cId="864818609" sldId="272"/>
            <ac:spMk id="44" creationId="{9F4DAF85-FE9E-413B-A846-1FBAF65484B4}"/>
          </ac:spMkLst>
        </pc:spChg>
      </pc:sldChg>
      <pc:sldChg chg="addSp delSp modSp mod">
        <pc:chgData name="Alef Santos" userId="e94e91ad3b9f2a1e" providerId="LiveId" clId="{7FD619BB-EBFF-467F-8617-26CA44C154A5}" dt="2026-06-30T14:27:42.088" v="786" actId="20577"/>
        <pc:sldMkLst>
          <pc:docMk/>
          <pc:sldMk cId="4118891940" sldId="275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4118891940" sldId="275"/>
            <ac:spMk id="5" creationId="{C3BCCB18-9927-4D01-B500-65C3904C3D9F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4118891940" sldId="275"/>
            <ac:spMk id="6" creationId="{61566E96-705A-48AF-B734-FBC165B6BC09}"/>
          </ac:spMkLst>
        </pc:spChg>
        <pc:spChg chg="add mod">
          <ac:chgData name="Alef Santos" userId="e94e91ad3b9f2a1e" providerId="LiveId" clId="{7FD619BB-EBFF-467F-8617-26CA44C154A5}" dt="2026-06-30T14:27:42.088" v="786" actId="20577"/>
          <ac:spMkLst>
            <pc:docMk/>
            <pc:sldMk cId="4118891940" sldId="275"/>
            <ac:spMk id="24" creationId="{5D1289A0-3759-4950-AEEB-A7D1C069B6F0}"/>
          </ac:spMkLst>
        </pc:spChg>
      </pc:sldChg>
      <pc:sldChg chg="addSp delSp modSp mod">
        <pc:chgData name="Alef Santos" userId="e94e91ad3b9f2a1e" providerId="LiveId" clId="{7FD619BB-EBFF-467F-8617-26CA44C154A5}" dt="2026-06-30T14:28:02.153" v="795" actId="20577"/>
        <pc:sldMkLst>
          <pc:docMk/>
          <pc:sldMk cId="1156983585" sldId="277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1156983585" sldId="277"/>
            <ac:spMk id="5" creationId="{B51AD8CA-CCDF-4D4B-BB27-8B4DCDA7CCB3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1156983585" sldId="277"/>
            <ac:spMk id="6" creationId="{7D5A098C-DC72-4B53-98FB-F08BC50E5AF2}"/>
          </ac:spMkLst>
        </pc:spChg>
        <pc:spChg chg="add mod">
          <ac:chgData name="Alef Santos" userId="e94e91ad3b9f2a1e" providerId="LiveId" clId="{7FD619BB-EBFF-467F-8617-26CA44C154A5}" dt="2026-06-30T14:28:02.153" v="795" actId="20577"/>
          <ac:spMkLst>
            <pc:docMk/>
            <pc:sldMk cId="1156983585" sldId="277"/>
            <ac:spMk id="43" creationId="{B594A244-806B-4EC2-8449-48C6573110F3}"/>
          </ac:spMkLst>
        </pc:spChg>
      </pc:sldChg>
      <pc:sldChg chg="addSp delSp modSp mod">
        <pc:chgData name="Alef Santos" userId="e94e91ad3b9f2a1e" providerId="LiveId" clId="{7FD619BB-EBFF-467F-8617-26CA44C154A5}" dt="2026-06-30T14:28:12.115" v="802" actId="14100"/>
        <pc:sldMkLst>
          <pc:docMk/>
          <pc:sldMk cId="641942420" sldId="278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641942420" sldId="278"/>
            <ac:spMk id="25" creationId="{6BEF8C00-962E-4C0D-A9A2-273BDDE93B8C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641942420" sldId="278"/>
            <ac:spMk id="26" creationId="{28E92F4D-D9FB-4FC8-97C1-15A59BBC67E8}"/>
          </ac:spMkLst>
        </pc:spChg>
        <pc:spChg chg="add mod">
          <ac:chgData name="Alef Santos" userId="e94e91ad3b9f2a1e" providerId="LiveId" clId="{7FD619BB-EBFF-467F-8617-26CA44C154A5}" dt="2026-06-30T14:28:12.115" v="802" actId="14100"/>
          <ac:spMkLst>
            <pc:docMk/>
            <pc:sldMk cId="641942420" sldId="278"/>
            <ac:spMk id="51" creationId="{B0C4F721-C375-42EB-BB09-2172CDA4182C}"/>
          </ac:spMkLst>
        </pc:spChg>
      </pc:sldChg>
      <pc:sldChg chg="addSp delSp modSp mod">
        <pc:chgData name="Alef Santos" userId="e94e91ad3b9f2a1e" providerId="LiveId" clId="{7FD619BB-EBFF-467F-8617-26CA44C154A5}" dt="2026-06-30T14:28:22.307" v="808" actId="20577"/>
        <pc:sldMkLst>
          <pc:docMk/>
          <pc:sldMk cId="2112129590" sldId="279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2112129590" sldId="279"/>
            <ac:spMk id="5" creationId="{71B992AD-A160-4A95-8FDE-1DA669E86F06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2112129590" sldId="279"/>
            <ac:spMk id="6" creationId="{089BFECA-DC69-4B59-A05F-9C1A208009C2}"/>
          </ac:spMkLst>
        </pc:spChg>
        <pc:spChg chg="add mod">
          <ac:chgData name="Alef Santos" userId="e94e91ad3b9f2a1e" providerId="LiveId" clId="{7FD619BB-EBFF-467F-8617-26CA44C154A5}" dt="2026-06-30T14:28:22.307" v="808" actId="20577"/>
          <ac:spMkLst>
            <pc:docMk/>
            <pc:sldMk cId="2112129590" sldId="279"/>
            <ac:spMk id="64" creationId="{95935187-B6B0-4170-A6C6-C170049F88CE}"/>
          </ac:spMkLst>
        </pc:spChg>
      </pc:sldChg>
      <pc:sldChg chg="addSp delSp modSp mod">
        <pc:chgData name="Alef Santos" userId="e94e91ad3b9f2a1e" providerId="LiveId" clId="{7FD619BB-EBFF-467F-8617-26CA44C154A5}" dt="2026-06-30T14:28:39.921" v="815" actId="20577"/>
        <pc:sldMkLst>
          <pc:docMk/>
          <pc:sldMk cId="2619004749" sldId="280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2619004749" sldId="280"/>
            <ac:spMk id="21" creationId="{FF758882-DB4A-451F-9B8E-2C2AC9285165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2619004749" sldId="280"/>
            <ac:spMk id="23" creationId="{ADB1732A-632B-4F4C-A091-BC0968F246A5}"/>
          </ac:spMkLst>
        </pc:spChg>
        <pc:spChg chg="add mod">
          <ac:chgData name="Alef Santos" userId="e94e91ad3b9f2a1e" providerId="LiveId" clId="{7FD619BB-EBFF-467F-8617-26CA44C154A5}" dt="2026-06-30T14:28:39.921" v="815" actId="20577"/>
          <ac:spMkLst>
            <pc:docMk/>
            <pc:sldMk cId="2619004749" sldId="280"/>
            <ac:spMk id="43" creationId="{42D4D3B7-7296-48A3-A821-D8FC5067B26D}"/>
          </ac:spMkLst>
        </pc:spChg>
      </pc:sldChg>
      <pc:sldChg chg="addSp delSp modSp mod">
        <pc:chgData name="Alef Santos" userId="e94e91ad3b9f2a1e" providerId="LiveId" clId="{7FD619BB-EBFF-467F-8617-26CA44C154A5}" dt="2026-06-30T14:29:15.891" v="828" actId="20577"/>
        <pc:sldMkLst>
          <pc:docMk/>
          <pc:sldMk cId="2106042648" sldId="281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2106042648" sldId="281"/>
            <ac:spMk id="21" creationId="{B5BD8C75-0C98-4FB6-B32E-CBE58197BC4A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2106042648" sldId="281"/>
            <ac:spMk id="23" creationId="{7BBA96B1-BDE5-43F2-B1B1-C44DF0DDB9E1}"/>
          </ac:spMkLst>
        </pc:spChg>
        <pc:spChg chg="add mod">
          <ac:chgData name="Alef Santos" userId="e94e91ad3b9f2a1e" providerId="LiveId" clId="{7FD619BB-EBFF-467F-8617-26CA44C154A5}" dt="2026-06-30T14:29:15.891" v="828" actId="20577"/>
          <ac:spMkLst>
            <pc:docMk/>
            <pc:sldMk cId="2106042648" sldId="281"/>
            <ac:spMk id="58" creationId="{FE12FDC7-80CB-49F8-B6B9-120D70450DEC}"/>
          </ac:spMkLst>
        </pc:spChg>
      </pc:sldChg>
      <pc:sldChg chg="addSp delSp modSp mod">
        <pc:chgData name="Alef Santos" userId="e94e91ad3b9f2a1e" providerId="LiveId" clId="{7FD619BB-EBFF-467F-8617-26CA44C154A5}" dt="2026-06-30T14:29:19.776" v="831" actId="20577"/>
        <pc:sldMkLst>
          <pc:docMk/>
          <pc:sldMk cId="1197452526" sldId="282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1197452526" sldId="282"/>
            <ac:spMk id="21" creationId="{BDC3C2AE-2910-466D-BC1B-3E877B1416CB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1197452526" sldId="282"/>
            <ac:spMk id="22" creationId="{F296EAAF-9B93-4B93-BE20-EA8893E96EB7}"/>
          </ac:spMkLst>
        </pc:spChg>
        <pc:spChg chg="add mod">
          <ac:chgData name="Alef Santos" userId="e94e91ad3b9f2a1e" providerId="LiveId" clId="{7FD619BB-EBFF-467F-8617-26CA44C154A5}" dt="2026-06-30T14:29:19.776" v="831" actId="20577"/>
          <ac:spMkLst>
            <pc:docMk/>
            <pc:sldMk cId="1197452526" sldId="282"/>
            <ac:spMk id="27" creationId="{5D615B84-65DA-4F70-B9F9-C52D6EE07035}"/>
          </ac:spMkLst>
        </pc:spChg>
      </pc:sldChg>
      <pc:sldChg chg="addSp delSp modSp mod">
        <pc:chgData name="Alef Santos" userId="e94e91ad3b9f2a1e" providerId="LiveId" clId="{7FD619BB-EBFF-467F-8617-26CA44C154A5}" dt="2026-06-30T14:30:11.946" v="851" actId="14100"/>
        <pc:sldMkLst>
          <pc:docMk/>
          <pc:sldMk cId="215588650" sldId="283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215588650" sldId="283"/>
            <ac:spMk id="5" creationId="{91C98237-B680-45E0-A6BC-30330AFFFE4E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215588650" sldId="283"/>
            <ac:spMk id="6" creationId="{191D5A55-4F2B-4DE9-91E5-E7B0FA9ACA61}"/>
          </ac:spMkLst>
        </pc:spChg>
        <pc:spChg chg="add mod">
          <ac:chgData name="Alef Santos" userId="e94e91ad3b9f2a1e" providerId="LiveId" clId="{7FD619BB-EBFF-467F-8617-26CA44C154A5}" dt="2026-06-30T14:29:40.390" v="847" actId="20577"/>
          <ac:spMkLst>
            <pc:docMk/>
            <pc:sldMk cId="215588650" sldId="283"/>
            <ac:spMk id="21" creationId="{17426DCD-353D-4ECC-8BC5-E0B2C9B6D592}"/>
          </ac:spMkLst>
        </pc:spChg>
        <pc:picChg chg="mod modCrop">
          <ac:chgData name="Alef Santos" userId="e94e91ad3b9f2a1e" providerId="LiveId" clId="{7FD619BB-EBFF-467F-8617-26CA44C154A5}" dt="2026-06-30T14:30:11.946" v="851" actId="14100"/>
          <ac:picMkLst>
            <pc:docMk/>
            <pc:sldMk cId="215588650" sldId="283"/>
            <ac:picMk id="23" creationId="{00000000-0000-0000-0000-000000000000}"/>
          </ac:picMkLst>
        </pc:picChg>
      </pc:sldChg>
      <pc:sldChg chg="addSp delSp modSp mod">
        <pc:chgData name="Alef Santos" userId="e94e91ad3b9f2a1e" providerId="LiveId" clId="{7FD619BB-EBFF-467F-8617-26CA44C154A5}" dt="2026-06-30T14:30:52.347" v="869" actId="20577"/>
        <pc:sldMkLst>
          <pc:docMk/>
          <pc:sldMk cId="970859889" sldId="284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970859889" sldId="284"/>
            <ac:spMk id="16" creationId="{142892C0-65CD-49A1-BA81-1CE8F404DF05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970859889" sldId="284"/>
            <ac:spMk id="21" creationId="{4DF1DE35-A3B9-4AEC-8B5F-DC8EB3E74CC6}"/>
          </ac:spMkLst>
        </pc:spChg>
        <pc:spChg chg="add mod">
          <ac:chgData name="Alef Santos" userId="e94e91ad3b9f2a1e" providerId="LiveId" clId="{7FD619BB-EBFF-467F-8617-26CA44C154A5}" dt="2026-06-30T14:30:52.347" v="869" actId="20577"/>
          <ac:spMkLst>
            <pc:docMk/>
            <pc:sldMk cId="970859889" sldId="284"/>
            <ac:spMk id="25" creationId="{CC902663-40A3-4BA3-A11A-843975D7FF83}"/>
          </ac:spMkLst>
        </pc:spChg>
      </pc:sldChg>
      <pc:sldChg chg="addSp delSp modSp mod">
        <pc:chgData name="Alef Santos" userId="e94e91ad3b9f2a1e" providerId="LiveId" clId="{7FD619BB-EBFF-467F-8617-26CA44C154A5}" dt="2026-06-30T14:27:58.552" v="793" actId="20577"/>
        <pc:sldMkLst>
          <pc:docMk/>
          <pc:sldMk cId="1793586376" sldId="290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1793586376" sldId="290"/>
            <ac:spMk id="5" creationId="{B72910C5-4F87-4AEA-A02C-4A05F3BF641E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1793586376" sldId="290"/>
            <ac:spMk id="6" creationId="{60FA9F03-F03D-4155-8848-97F59FA2F83B}"/>
          </ac:spMkLst>
        </pc:spChg>
        <pc:spChg chg="add mod">
          <ac:chgData name="Alef Santos" userId="e94e91ad3b9f2a1e" providerId="LiveId" clId="{7FD619BB-EBFF-467F-8617-26CA44C154A5}" dt="2026-06-30T14:27:58.552" v="793" actId="20577"/>
          <ac:spMkLst>
            <pc:docMk/>
            <pc:sldMk cId="1793586376" sldId="290"/>
            <ac:spMk id="36" creationId="{34413EF5-5601-4212-888B-709855E44D21}"/>
          </ac:spMkLst>
        </pc:spChg>
      </pc:sldChg>
      <pc:sldChg chg="addSp delSp modSp mod">
        <pc:chgData name="Alef Santos" userId="e94e91ad3b9f2a1e" providerId="LiveId" clId="{7FD619BB-EBFF-467F-8617-26CA44C154A5}" dt="2026-06-30T14:28:54.699" v="820" actId="1076"/>
        <pc:sldMkLst>
          <pc:docMk/>
          <pc:sldMk cId="125316183" sldId="291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125316183" sldId="291"/>
            <ac:spMk id="21" creationId="{1BD199A9-B5F8-4677-B8A3-8EA32ACB4722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125316183" sldId="291"/>
            <ac:spMk id="23" creationId="{F029EAE6-B258-4C08-8BAD-D9AA4FFB3E2A}"/>
          </ac:spMkLst>
        </pc:spChg>
        <pc:spChg chg="add mod">
          <ac:chgData name="Alef Santos" userId="e94e91ad3b9f2a1e" providerId="LiveId" clId="{7FD619BB-EBFF-467F-8617-26CA44C154A5}" dt="2026-06-30T14:28:54.699" v="820" actId="1076"/>
          <ac:spMkLst>
            <pc:docMk/>
            <pc:sldMk cId="125316183" sldId="291"/>
            <ac:spMk id="60" creationId="{0CA9977A-E42A-4568-93F6-B1B82AD0C024}"/>
          </ac:spMkLst>
        </pc:spChg>
      </pc:sldChg>
      <pc:sldChg chg="del">
        <pc:chgData name="Alef Santos" userId="e94e91ad3b9f2a1e" providerId="LiveId" clId="{7FD619BB-EBFF-467F-8617-26CA44C154A5}" dt="2026-06-30T13:52:35.034" v="574" actId="47"/>
        <pc:sldMkLst>
          <pc:docMk/>
          <pc:sldMk cId="2340329738" sldId="294"/>
        </pc:sldMkLst>
      </pc:sldChg>
      <pc:sldChg chg="addSp delSp modSp mod">
        <pc:chgData name="Alef Santos" userId="e94e91ad3b9f2a1e" providerId="LiveId" clId="{7FD619BB-EBFF-467F-8617-26CA44C154A5}" dt="2026-06-30T14:26:56.594" v="774" actId="20577"/>
        <pc:sldMkLst>
          <pc:docMk/>
          <pc:sldMk cId="556278106" sldId="297"/>
        </pc:sldMkLst>
        <pc:spChg chg="del">
          <ac:chgData name="Alef Santos" userId="e94e91ad3b9f2a1e" providerId="LiveId" clId="{7FD619BB-EBFF-467F-8617-26CA44C154A5}" dt="2026-06-30T14:25:35.055" v="756"/>
          <ac:spMkLst>
            <pc:docMk/>
            <pc:sldMk cId="556278106" sldId="297"/>
            <ac:spMk id="5" creationId="{7628E19D-746F-48CA-9C3C-79CD2EEA2866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556278106" sldId="297"/>
            <ac:spMk id="6" creationId="{F466BC85-0A30-4B14-ADAC-134C86206BB3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556278106" sldId="297"/>
            <ac:spMk id="7" creationId="{03FE04B2-523F-49B2-8A5F-6327D77BCC95}"/>
          </ac:spMkLst>
        </pc:spChg>
        <pc:spChg chg="add mod">
          <ac:chgData name="Alef Santos" userId="e94e91ad3b9f2a1e" providerId="LiveId" clId="{7FD619BB-EBFF-467F-8617-26CA44C154A5}" dt="2026-06-30T14:26:56.594" v="774" actId="20577"/>
          <ac:spMkLst>
            <pc:docMk/>
            <pc:sldMk cId="556278106" sldId="297"/>
            <ac:spMk id="9" creationId="{C4FF2D1F-FEE1-4098-86B7-A6A7FD36CACF}"/>
          </ac:spMkLst>
        </pc:spChg>
        <pc:spChg chg="add del">
          <ac:chgData name="Alef Santos" userId="e94e91ad3b9f2a1e" providerId="LiveId" clId="{7FD619BB-EBFF-467F-8617-26CA44C154A5}" dt="2026-06-30T14:26:25.502" v="764" actId="22"/>
          <ac:spMkLst>
            <pc:docMk/>
            <pc:sldMk cId="556278106" sldId="297"/>
            <ac:spMk id="15" creationId="{77F3EFE3-5ADC-4FFB-AF01-1BD8C44B6504}"/>
          </ac:spMkLst>
        </pc:spChg>
      </pc:sldChg>
      <pc:sldChg chg="addSp delSp modSp mod">
        <pc:chgData name="Alef Santos" userId="e94e91ad3b9f2a1e" providerId="LiveId" clId="{7FD619BB-EBFF-467F-8617-26CA44C154A5}" dt="2026-06-30T14:30:57.323" v="872" actId="20577"/>
        <pc:sldMkLst>
          <pc:docMk/>
          <pc:sldMk cId="2111562185" sldId="298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2111562185" sldId="298"/>
            <ac:spMk id="5" creationId="{42589710-6848-4A43-8887-0BF6B75F4ED0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2111562185" sldId="298"/>
            <ac:spMk id="6" creationId="{1D25EED7-8653-4F04-9A17-256FE2515C99}"/>
          </ac:spMkLst>
        </pc:spChg>
        <pc:spChg chg="add mod">
          <ac:chgData name="Alef Santos" userId="e94e91ad3b9f2a1e" providerId="LiveId" clId="{7FD619BB-EBFF-467F-8617-26CA44C154A5}" dt="2026-06-30T14:30:57.323" v="872" actId="20577"/>
          <ac:spMkLst>
            <pc:docMk/>
            <pc:sldMk cId="2111562185" sldId="298"/>
            <ac:spMk id="43" creationId="{AA34AC30-7A95-4BD8-A37D-ED358659A12F}"/>
          </ac:spMkLst>
        </pc:spChg>
      </pc:sldChg>
      <pc:sldChg chg="addSp delSp modSp mod">
        <pc:chgData name="Alef Santos" userId="e94e91ad3b9f2a1e" providerId="LiveId" clId="{7FD619BB-EBFF-467F-8617-26CA44C154A5}" dt="2026-06-30T14:27:12.282" v="777" actId="20577"/>
        <pc:sldMkLst>
          <pc:docMk/>
          <pc:sldMk cId="2975828043" sldId="302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2975828043" sldId="302"/>
            <ac:spMk id="5" creationId="{3C7B4D7C-689E-4DCA-A78A-C8D442955C11}"/>
          </ac:spMkLst>
        </pc:spChg>
        <pc:spChg chg="del mod">
          <ac:chgData name="Alef Santos" userId="e94e91ad3b9f2a1e" providerId="LiveId" clId="{7FD619BB-EBFF-467F-8617-26CA44C154A5}" dt="2026-06-30T14:26:13.436" v="762"/>
          <ac:spMkLst>
            <pc:docMk/>
            <pc:sldMk cId="2975828043" sldId="302"/>
            <ac:spMk id="6" creationId="{474ACFF0-6B17-4DE3-8CD4-8FB9A858854F}"/>
          </ac:spMkLst>
        </pc:spChg>
        <pc:spChg chg="add mod">
          <ac:chgData name="Alef Santos" userId="e94e91ad3b9f2a1e" providerId="LiveId" clId="{7FD619BB-EBFF-467F-8617-26CA44C154A5}" dt="2026-06-30T14:27:12.282" v="777" actId="20577"/>
          <ac:spMkLst>
            <pc:docMk/>
            <pc:sldMk cId="2975828043" sldId="302"/>
            <ac:spMk id="15" creationId="{E240CB9C-1237-480D-9F4C-FC660C79DA5C}"/>
          </ac:spMkLst>
        </pc:spChg>
      </pc:sldChg>
      <pc:sldChg chg="addSp delSp modSp mod">
        <pc:chgData name="Alef Santos" userId="e94e91ad3b9f2a1e" providerId="LiveId" clId="{7FD619BB-EBFF-467F-8617-26CA44C154A5}" dt="2026-06-30T14:27:17.102" v="780" actId="20577"/>
        <pc:sldMkLst>
          <pc:docMk/>
          <pc:sldMk cId="999596984" sldId="303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999596984" sldId="303"/>
            <ac:spMk id="5" creationId="{05063696-0FE6-49BE-A716-01EB3056E3AE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999596984" sldId="303"/>
            <ac:spMk id="6" creationId="{936B64A9-FE24-4873-B803-C2846470CEBA}"/>
          </ac:spMkLst>
        </pc:spChg>
        <pc:spChg chg="add mod">
          <ac:chgData name="Alef Santos" userId="e94e91ad3b9f2a1e" providerId="LiveId" clId="{7FD619BB-EBFF-467F-8617-26CA44C154A5}" dt="2026-06-30T14:27:17.102" v="780" actId="20577"/>
          <ac:spMkLst>
            <pc:docMk/>
            <pc:sldMk cId="999596984" sldId="303"/>
            <ac:spMk id="18" creationId="{5995CBA3-A8A8-4A04-9A2A-92E4FF091CBC}"/>
          </ac:spMkLst>
        </pc:spChg>
      </pc:sldChg>
      <pc:sldChg chg="addSp delSp modSp mod">
        <pc:chgData name="Alef Santos" userId="e94e91ad3b9f2a1e" providerId="LiveId" clId="{7FD619BB-EBFF-467F-8617-26CA44C154A5}" dt="2026-06-30T14:29:02.733" v="824" actId="20577"/>
        <pc:sldMkLst>
          <pc:docMk/>
          <pc:sldMk cId="605596955" sldId="304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605596955" sldId="304"/>
            <ac:spMk id="21" creationId="{6F50FD23-7FBE-43FF-9695-640BF419F650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605596955" sldId="304"/>
            <ac:spMk id="23" creationId="{ACD7363F-B91C-4081-B92A-AA9A589E1FD6}"/>
          </ac:spMkLst>
        </pc:spChg>
        <pc:spChg chg="add mod">
          <ac:chgData name="Alef Santos" userId="e94e91ad3b9f2a1e" providerId="LiveId" clId="{7FD619BB-EBFF-467F-8617-26CA44C154A5}" dt="2026-06-30T14:29:02.733" v="824" actId="20577"/>
          <ac:spMkLst>
            <pc:docMk/>
            <pc:sldMk cId="605596955" sldId="304"/>
            <ac:spMk id="109" creationId="{4D9A9B45-A053-4C3A-96BB-1626E240370D}"/>
          </ac:spMkLst>
        </pc:spChg>
      </pc:sldChg>
      <pc:sldChg chg="del">
        <pc:chgData name="Alef Santos" userId="e94e91ad3b9f2a1e" providerId="LiveId" clId="{7FD619BB-EBFF-467F-8617-26CA44C154A5}" dt="2026-06-29T12:36:39.382" v="571" actId="47"/>
        <pc:sldMkLst>
          <pc:docMk/>
          <pc:sldMk cId="755350171" sldId="305"/>
        </pc:sldMkLst>
      </pc:sldChg>
      <pc:sldChg chg="addSp delSp modSp mod">
        <pc:chgData name="Alef Santos" userId="e94e91ad3b9f2a1e" providerId="LiveId" clId="{7FD619BB-EBFF-467F-8617-26CA44C154A5}" dt="2026-06-30T14:27:36.393" v="783" actId="20577"/>
        <pc:sldMkLst>
          <pc:docMk/>
          <pc:sldMk cId="2164826530" sldId="308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2164826530" sldId="308"/>
            <ac:spMk id="5" creationId="{2D09C82C-D8CD-4DEF-900D-6A70ACFA7A8D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2164826530" sldId="308"/>
            <ac:spMk id="6" creationId="{F99E2E0B-93EB-4925-848C-4109BEA8C700}"/>
          </ac:spMkLst>
        </pc:spChg>
        <pc:spChg chg="add mod">
          <ac:chgData name="Alef Santos" userId="e94e91ad3b9f2a1e" providerId="LiveId" clId="{7FD619BB-EBFF-467F-8617-26CA44C154A5}" dt="2026-06-30T14:27:36.393" v="783" actId="20577"/>
          <ac:spMkLst>
            <pc:docMk/>
            <pc:sldMk cId="2164826530" sldId="308"/>
            <ac:spMk id="13" creationId="{D50FDF5C-6968-459E-85B9-121189C72E6A}"/>
          </ac:spMkLst>
        </pc:spChg>
      </pc:sldChg>
      <pc:sldChg chg="addSp delSp modSp mod">
        <pc:chgData name="Alef Santos" userId="e94e91ad3b9f2a1e" providerId="LiveId" clId="{7FD619BB-EBFF-467F-8617-26CA44C154A5}" dt="2026-06-30T14:27:49.677" v="789" actId="20577"/>
        <pc:sldMkLst>
          <pc:docMk/>
          <pc:sldMk cId="2954090257" sldId="309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2954090257" sldId="309"/>
            <ac:spMk id="5" creationId="{92AF3A96-68FF-4B92-9450-FFB9ADCDF3E7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2954090257" sldId="309"/>
            <ac:spMk id="6" creationId="{0EC47066-F28A-439E-AEFA-82CC032C61B4}"/>
          </ac:spMkLst>
        </pc:spChg>
        <pc:spChg chg="add mod">
          <ac:chgData name="Alef Santos" userId="e94e91ad3b9f2a1e" providerId="LiveId" clId="{7FD619BB-EBFF-467F-8617-26CA44C154A5}" dt="2026-06-30T14:27:49.677" v="789" actId="20577"/>
          <ac:spMkLst>
            <pc:docMk/>
            <pc:sldMk cId="2954090257" sldId="309"/>
            <ac:spMk id="31" creationId="{620820AA-5F7B-467C-B70B-E8F246796716}"/>
          </ac:spMkLst>
        </pc:spChg>
      </pc:sldChg>
      <pc:sldChg chg="addSp delSp modSp mod">
        <pc:chgData name="Alef Santos" userId="e94e91ad3b9f2a1e" providerId="LiveId" clId="{7FD619BB-EBFF-467F-8617-26CA44C154A5}" dt="2026-06-30T14:28:17.229" v="805" actId="20577"/>
        <pc:sldMkLst>
          <pc:docMk/>
          <pc:sldMk cId="2946690312" sldId="310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2946690312" sldId="310"/>
            <ac:spMk id="25" creationId="{A80E73B0-84CC-4050-833B-E31B3F068573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2946690312" sldId="310"/>
            <ac:spMk id="26" creationId="{7BC77A29-4D86-4BF8-A0D2-CCE4BB385EF5}"/>
          </ac:spMkLst>
        </pc:spChg>
        <pc:spChg chg="add mod">
          <ac:chgData name="Alef Santos" userId="e94e91ad3b9f2a1e" providerId="LiveId" clId="{7FD619BB-EBFF-467F-8617-26CA44C154A5}" dt="2026-06-30T14:28:17.229" v="805" actId="20577"/>
          <ac:spMkLst>
            <pc:docMk/>
            <pc:sldMk cId="2946690312" sldId="310"/>
            <ac:spMk id="61" creationId="{8E995D71-E0C0-461E-AA0E-618B410552CB}"/>
          </ac:spMkLst>
        </pc:spChg>
      </pc:sldChg>
      <pc:sldChg chg="addSp delSp modSp mod">
        <pc:chgData name="Alef Santos" userId="e94e91ad3b9f2a1e" providerId="LiveId" clId="{7FD619BB-EBFF-467F-8617-26CA44C154A5}" dt="2026-06-30T14:30:45.051" v="863" actId="20577"/>
        <pc:sldMkLst>
          <pc:docMk/>
          <pc:sldMk cId="76724209" sldId="311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76724209" sldId="311"/>
            <ac:spMk id="5" creationId="{3803793B-6612-4597-8EC0-44874DCF0DFD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76724209" sldId="311"/>
            <ac:spMk id="6" creationId="{E05F35DA-50E2-45BE-B1CE-CD054BD5746E}"/>
          </ac:spMkLst>
        </pc:spChg>
        <pc:spChg chg="add mod">
          <ac:chgData name="Alef Santos" userId="e94e91ad3b9f2a1e" providerId="LiveId" clId="{7FD619BB-EBFF-467F-8617-26CA44C154A5}" dt="2026-06-30T14:30:45.051" v="863" actId="20577"/>
          <ac:spMkLst>
            <pc:docMk/>
            <pc:sldMk cId="76724209" sldId="311"/>
            <ac:spMk id="25" creationId="{FFD09335-E29B-4CEA-868F-455A35D34481}"/>
          </ac:spMkLst>
        </pc:spChg>
        <pc:picChg chg="add mod">
          <ac:chgData name="Alef Santos" userId="e94e91ad3b9f2a1e" providerId="LiveId" clId="{7FD619BB-EBFF-467F-8617-26CA44C154A5}" dt="2026-06-30T14:30:15.567" v="853"/>
          <ac:picMkLst>
            <pc:docMk/>
            <pc:sldMk cId="76724209" sldId="311"/>
            <ac:picMk id="21" creationId="{E35F873C-7C8A-48C1-8E1C-32EAD5C37617}"/>
          </ac:picMkLst>
        </pc:picChg>
        <pc:picChg chg="del">
          <ac:chgData name="Alef Santos" userId="e94e91ad3b9f2a1e" providerId="LiveId" clId="{7FD619BB-EBFF-467F-8617-26CA44C154A5}" dt="2026-06-30T14:30:15.291" v="852" actId="478"/>
          <ac:picMkLst>
            <pc:docMk/>
            <pc:sldMk cId="76724209" sldId="311"/>
            <ac:picMk id="23" creationId="{00000000-0000-0000-0000-000000000000}"/>
          </ac:picMkLst>
        </pc:picChg>
      </pc:sldChg>
      <pc:sldChg chg="addSp delSp modSp mod">
        <pc:chgData name="Alef Santos" userId="e94e91ad3b9f2a1e" providerId="LiveId" clId="{7FD619BB-EBFF-467F-8617-26CA44C154A5}" dt="2026-06-30T14:30:48.254" v="866" actId="20577"/>
        <pc:sldMkLst>
          <pc:docMk/>
          <pc:sldMk cId="2742077492" sldId="312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2742077492" sldId="312"/>
            <ac:spMk id="5" creationId="{E6F187B6-0978-47EA-A712-47A3375E72CD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2742077492" sldId="312"/>
            <ac:spMk id="6" creationId="{E2E36197-0611-4375-BA46-3DC1EDCA4F57}"/>
          </ac:spMkLst>
        </pc:spChg>
        <pc:spChg chg="add mod">
          <ac:chgData name="Alef Santos" userId="e94e91ad3b9f2a1e" providerId="LiveId" clId="{7FD619BB-EBFF-467F-8617-26CA44C154A5}" dt="2026-06-30T14:30:48.254" v="866" actId="20577"/>
          <ac:spMkLst>
            <pc:docMk/>
            <pc:sldMk cId="2742077492" sldId="312"/>
            <ac:spMk id="25" creationId="{F255CCBE-2FDD-4AB5-B363-5453B02C7D28}"/>
          </ac:spMkLst>
        </pc:spChg>
        <pc:picChg chg="add del mod">
          <ac:chgData name="Alef Santos" userId="e94e91ad3b9f2a1e" providerId="LiveId" clId="{7FD619BB-EBFF-467F-8617-26CA44C154A5}" dt="2026-06-30T14:30:30.027" v="857"/>
          <ac:picMkLst>
            <pc:docMk/>
            <pc:sldMk cId="2742077492" sldId="312"/>
            <ac:picMk id="21" creationId="{0258F57E-89B6-40F8-B3A9-A328275C3B16}"/>
          </ac:picMkLst>
        </pc:picChg>
        <pc:picChg chg="add mod">
          <ac:chgData name="Alef Santos" userId="e94e91ad3b9f2a1e" providerId="LiveId" clId="{7FD619BB-EBFF-467F-8617-26CA44C154A5}" dt="2026-06-30T14:30:30.474" v="858"/>
          <ac:picMkLst>
            <pc:docMk/>
            <pc:sldMk cId="2742077492" sldId="312"/>
            <ac:picMk id="23" creationId="{736BD88B-255D-4E43-994D-699022792497}"/>
          </ac:picMkLst>
        </pc:picChg>
      </pc:sldChg>
      <pc:sldChg chg="addSp delSp modSp mod">
        <pc:chgData name="Alef Santos" userId="e94e91ad3b9f2a1e" providerId="LiveId" clId="{7FD619BB-EBFF-467F-8617-26CA44C154A5}" dt="2026-06-30T14:31:01.195" v="875" actId="20577"/>
        <pc:sldMkLst>
          <pc:docMk/>
          <pc:sldMk cId="3158006390" sldId="314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3158006390" sldId="314"/>
            <ac:spMk id="5" creationId="{10E4D16B-DEE9-4823-8C22-02687EE35F5F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3158006390" sldId="314"/>
            <ac:spMk id="6" creationId="{11040B09-34A4-4203-A647-B4A23A22AAC4}"/>
          </ac:spMkLst>
        </pc:spChg>
        <pc:spChg chg="add mod">
          <ac:chgData name="Alef Santos" userId="e94e91ad3b9f2a1e" providerId="LiveId" clId="{7FD619BB-EBFF-467F-8617-26CA44C154A5}" dt="2026-06-30T14:31:01.195" v="875" actId="20577"/>
          <ac:spMkLst>
            <pc:docMk/>
            <pc:sldMk cId="3158006390" sldId="314"/>
            <ac:spMk id="21" creationId="{82944392-3CC4-4395-883E-A89E6B1C27A1}"/>
          </ac:spMkLst>
        </pc:spChg>
      </pc:sldChg>
      <pc:sldChg chg="addSp delSp modSp mod">
        <pc:chgData name="Alef Santos" userId="e94e91ad3b9f2a1e" providerId="LiveId" clId="{7FD619BB-EBFF-467F-8617-26CA44C154A5}" dt="2026-06-30T14:31:05.195" v="878" actId="20577"/>
        <pc:sldMkLst>
          <pc:docMk/>
          <pc:sldMk cId="3685798114" sldId="315"/>
        </pc:sldMkLst>
        <pc:spChg chg="del">
          <ac:chgData name="Alef Santos" userId="e94e91ad3b9f2a1e" providerId="LiveId" clId="{7FD619BB-EBFF-467F-8617-26CA44C154A5}" dt="2026-06-30T14:26:13.436" v="762"/>
          <ac:spMkLst>
            <pc:docMk/>
            <pc:sldMk cId="3685798114" sldId="315"/>
            <ac:spMk id="5" creationId="{FEA790B9-0BAD-4E46-A4E8-77E7E81FC22F}"/>
          </ac:spMkLst>
        </pc:spChg>
        <pc:spChg chg="del">
          <ac:chgData name="Alef Santos" userId="e94e91ad3b9f2a1e" providerId="LiveId" clId="{7FD619BB-EBFF-467F-8617-26CA44C154A5}" dt="2026-06-30T14:26:13.436" v="762"/>
          <ac:spMkLst>
            <pc:docMk/>
            <pc:sldMk cId="3685798114" sldId="315"/>
            <ac:spMk id="6" creationId="{12BB586A-6C09-4F8C-A68F-3B6773495F2A}"/>
          </ac:spMkLst>
        </pc:spChg>
        <pc:spChg chg="add mod">
          <ac:chgData name="Alef Santos" userId="e94e91ad3b9f2a1e" providerId="LiveId" clId="{7FD619BB-EBFF-467F-8617-26CA44C154A5}" dt="2026-06-30T14:31:05.195" v="878" actId="20577"/>
          <ac:spMkLst>
            <pc:docMk/>
            <pc:sldMk cId="3685798114" sldId="315"/>
            <ac:spMk id="21" creationId="{1BBE3312-56C6-4253-921C-E5E39CC9C83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C1C-4E63-92FC-0C61862B05AD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C1C-4E63-92FC-0C61862B05A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C1C-4E63-92FC-0C61862B05A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19E8B98-9A04-496C-9AC7-B85C5BB6581C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*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C1C-4E63-92FC-0C61862B05A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3AF174C-D7A4-47E5-B5CA-2BDA854AD2B4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*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C1C-4E63-92FC-0C61862B05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Plan1!$A$2:$A$4</c:f>
              <c:strCache>
                <c:ptCount val="3"/>
                <c:pt idx="0">
                  <c:v>Persistente</c:v>
                </c:pt>
                <c:pt idx="1">
                  <c:v>Necessidade</c:v>
                </c:pt>
                <c:pt idx="2">
                  <c:v>Intermitente</c:v>
                </c:pt>
              </c:strCache>
            </c:strRef>
          </c:cat>
          <c:val>
            <c:numRef>
              <c:f>Plan1!$B$2:$B$4</c:f>
              <c:numCache>
                <c:formatCode>"R$"\ #,##0.00</c:formatCode>
                <c:ptCount val="3"/>
                <c:pt idx="0">
                  <c:v>2463</c:v>
                </c:pt>
                <c:pt idx="1">
                  <c:v>1232</c:v>
                </c:pt>
                <c:pt idx="2">
                  <c:v>2334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C1C-4E63-92FC-0C61862B05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00313840"/>
        <c:axId val="400314928"/>
      </c:barChart>
      <c:catAx>
        <c:axId val="4003138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00314928"/>
        <c:crosses val="autoZero"/>
        <c:auto val="1"/>
        <c:lblAlgn val="ctr"/>
        <c:lblOffset val="100"/>
        <c:noMultiLvlLbl val="0"/>
      </c:catAx>
      <c:valAx>
        <c:axId val="400314928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&quot;R$&quot;\ #,##0.00" sourceLinked="1"/>
        <c:majorTickMark val="none"/>
        <c:minorTickMark val="none"/>
        <c:tickLblPos val="nextTo"/>
        <c:crossAx val="400313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Agricultura</c:v>
                </c:pt>
              </c:strCache>
            </c:strRef>
          </c:tx>
          <c:spPr>
            <a:solidFill>
              <a:srgbClr val="0F172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Plan1!$A$2:$A$4</c:f>
              <c:strCache>
                <c:ptCount val="3"/>
                <c:pt idx="0">
                  <c:v>Persistente</c:v>
                </c:pt>
                <c:pt idx="1">
                  <c:v>Necessidade</c:v>
                </c:pt>
                <c:pt idx="2">
                  <c:v>Intermitente</c:v>
                </c:pt>
              </c:strCache>
            </c:strRef>
          </c:cat>
          <c:val>
            <c:numRef>
              <c:f>Plan1!$B$2:$B$4</c:f>
              <c:numCache>
                <c:formatCode>0%</c:formatCode>
                <c:ptCount val="3"/>
                <c:pt idx="0">
                  <c:v>0.15</c:v>
                </c:pt>
                <c:pt idx="1">
                  <c:v>0.17</c:v>
                </c:pt>
                <c:pt idx="2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C0-4831-8041-78CCA3A8A81B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Indústria</c:v>
                </c:pt>
              </c:strCache>
            </c:strRef>
          </c:tx>
          <c:spPr>
            <a:solidFill>
              <a:srgbClr val="3B82F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Plan1!$A$2:$A$4</c:f>
              <c:strCache>
                <c:ptCount val="3"/>
                <c:pt idx="0">
                  <c:v>Persistente</c:v>
                </c:pt>
                <c:pt idx="1">
                  <c:v>Necessidade</c:v>
                </c:pt>
                <c:pt idx="2">
                  <c:v>Intermitente</c:v>
                </c:pt>
              </c:strCache>
            </c:strRef>
          </c:cat>
          <c:val>
            <c:numRef>
              <c:f>Plan1!$C$2:$C$4</c:f>
              <c:numCache>
                <c:formatCode>0%</c:formatCode>
                <c:ptCount val="3"/>
                <c:pt idx="0">
                  <c:v>0.22</c:v>
                </c:pt>
                <c:pt idx="1">
                  <c:v>0.25</c:v>
                </c:pt>
                <c:pt idx="2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C0-4831-8041-78CCA3A8A81B}"/>
            </c:ext>
          </c:extLst>
        </c:ser>
        <c:ser>
          <c:idx val="2"/>
          <c:order val="2"/>
          <c:tx>
            <c:strRef>
              <c:f>Plan1!$D$1</c:f>
              <c:strCache>
                <c:ptCount val="1"/>
                <c:pt idx="0">
                  <c:v>Comércio</c:v>
                </c:pt>
              </c:strCache>
            </c:strRef>
          </c:tx>
          <c:spPr>
            <a:solidFill>
              <a:srgbClr val="62A4FA"/>
            </a:solidFill>
            <a:ln>
              <a:noFill/>
            </a:ln>
            <a:effectLst/>
          </c:spPr>
          <c:invertIfNegative val="0"/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8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1D0-4E48-8733-8870A8345E0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Plan1!$A$2:$A$4</c:f>
              <c:strCache>
                <c:ptCount val="3"/>
                <c:pt idx="0">
                  <c:v>Persistente</c:v>
                </c:pt>
                <c:pt idx="1">
                  <c:v>Necessidade</c:v>
                </c:pt>
                <c:pt idx="2">
                  <c:v>Intermitente</c:v>
                </c:pt>
              </c:strCache>
            </c:strRef>
          </c:cat>
          <c:val>
            <c:numRef>
              <c:f>Plan1!$D$2:$D$4</c:f>
              <c:numCache>
                <c:formatCode>0%</c:formatCode>
                <c:ptCount val="3"/>
                <c:pt idx="0">
                  <c:v>0.18</c:v>
                </c:pt>
                <c:pt idx="1">
                  <c:v>0.23</c:v>
                </c:pt>
                <c:pt idx="2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8C0-4831-8041-78CCA3A8A81B}"/>
            </c:ext>
          </c:extLst>
        </c:ser>
        <c:ser>
          <c:idx val="3"/>
          <c:order val="3"/>
          <c:tx>
            <c:strRef>
              <c:f>Plan1!$E$1</c:f>
              <c:strCache>
                <c:ptCount val="1"/>
                <c:pt idx="0">
                  <c:v>Serviços</c:v>
                </c:pt>
              </c:strCache>
            </c:strRef>
          </c:tx>
          <c:spPr>
            <a:solidFill>
              <a:srgbClr val="0C9488"/>
            </a:solidFill>
            <a:ln>
              <a:noFill/>
            </a:ln>
            <a:effectLst/>
          </c:spPr>
          <c:invertIfNegative val="0"/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8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A1D0-4E48-8733-8870A8345E0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Plan1!$A$2:$A$4</c:f>
              <c:strCache>
                <c:ptCount val="3"/>
                <c:pt idx="0">
                  <c:v>Persistente</c:v>
                </c:pt>
                <c:pt idx="1">
                  <c:v>Necessidade</c:v>
                </c:pt>
                <c:pt idx="2">
                  <c:v>Intermitente</c:v>
                </c:pt>
              </c:strCache>
            </c:strRef>
          </c:cat>
          <c:val>
            <c:numRef>
              <c:f>Plan1!$E$2:$E$4</c:f>
              <c:numCache>
                <c:formatCode>0%</c:formatCode>
                <c:ptCount val="3"/>
                <c:pt idx="0">
                  <c:v>0.45</c:v>
                </c:pt>
                <c:pt idx="1">
                  <c:v>0.35</c:v>
                </c:pt>
                <c:pt idx="2">
                  <c:v>0.49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8C0-4831-8041-78CCA3A8A81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82452432"/>
        <c:axId val="482446992"/>
      </c:barChart>
      <c:catAx>
        <c:axId val="4824524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82446992"/>
        <c:crosses val="autoZero"/>
        <c:auto val="1"/>
        <c:lblAlgn val="ctr"/>
        <c:lblOffset val="100"/>
        <c:noMultiLvlLbl val="0"/>
      </c:catAx>
      <c:valAx>
        <c:axId val="48244699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482452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A77A756-53D4-4ED5-ADD0-8462D492E1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D93DEA-D5CE-470D-BE31-EE486C5E87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FF035-C13B-4590-A7EA-AC1DAA3EC936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7128A2-685C-4109-8892-60F0AAF48B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1BCF6C-BF20-424F-92D7-5DD9A07F32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C44F7-13A2-42A5-BDBF-5458A786B7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8699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16DEB-6612-4A81-B512-C8AB2E231E83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29F85-F4D0-44ED-82AF-361C6DF312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4379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95" t="-25031" r="-6934" b="-589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368363" y="-575936"/>
            <a:ext cx="9337435" cy="3554338"/>
            <a:chOff x="0" y="0"/>
            <a:chExt cx="2241014" cy="8530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41014" cy="853052"/>
            </a:xfrm>
            <a:custGeom>
              <a:avLst/>
              <a:gdLst/>
              <a:ahLst/>
              <a:cxnLst/>
              <a:rect l="l" t="t" r="r" b="b"/>
              <a:pathLst>
                <a:path w="2241014" h="853052">
                  <a:moveTo>
                    <a:pt x="33165" y="0"/>
                  </a:moveTo>
                  <a:lnTo>
                    <a:pt x="2207849" y="0"/>
                  </a:lnTo>
                  <a:cubicBezTo>
                    <a:pt x="2216645" y="0"/>
                    <a:pt x="2225081" y="3494"/>
                    <a:pt x="2231300" y="9714"/>
                  </a:cubicBezTo>
                  <a:cubicBezTo>
                    <a:pt x="2237520" y="15933"/>
                    <a:pt x="2241014" y="24369"/>
                    <a:pt x="2241014" y="33165"/>
                  </a:cubicBezTo>
                  <a:lnTo>
                    <a:pt x="2241014" y="819887"/>
                  </a:lnTo>
                  <a:cubicBezTo>
                    <a:pt x="2241014" y="838204"/>
                    <a:pt x="2226166" y="853052"/>
                    <a:pt x="2207849" y="853052"/>
                  </a:cubicBezTo>
                  <a:lnTo>
                    <a:pt x="33165" y="853052"/>
                  </a:lnTo>
                  <a:cubicBezTo>
                    <a:pt x="24369" y="853052"/>
                    <a:pt x="15933" y="849558"/>
                    <a:pt x="9714" y="843339"/>
                  </a:cubicBezTo>
                  <a:cubicBezTo>
                    <a:pt x="3494" y="837119"/>
                    <a:pt x="0" y="828683"/>
                    <a:pt x="0" y="819887"/>
                  </a:cubicBezTo>
                  <a:lnTo>
                    <a:pt x="0" y="33165"/>
                  </a:lnTo>
                  <a:cubicBezTo>
                    <a:pt x="0" y="24369"/>
                    <a:pt x="3494" y="15933"/>
                    <a:pt x="9714" y="9714"/>
                  </a:cubicBezTo>
                  <a:cubicBezTo>
                    <a:pt x="15933" y="3494"/>
                    <a:pt x="24369" y="0"/>
                    <a:pt x="33165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241014" cy="88162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045529" y="-1915440"/>
            <a:ext cx="9083040" cy="3723835"/>
            <a:chOff x="0" y="0"/>
            <a:chExt cx="2579435" cy="10575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79435" cy="1057508"/>
            </a:xfrm>
            <a:custGeom>
              <a:avLst/>
              <a:gdLst/>
              <a:ahLst/>
              <a:cxnLst/>
              <a:rect l="l" t="t" r="r" b="b"/>
              <a:pathLst>
                <a:path w="2579435" h="1057508">
                  <a:moveTo>
                    <a:pt x="34094" y="0"/>
                  </a:moveTo>
                  <a:lnTo>
                    <a:pt x="2545341" y="0"/>
                  </a:lnTo>
                  <a:cubicBezTo>
                    <a:pt x="2564170" y="0"/>
                    <a:pt x="2579435" y="15264"/>
                    <a:pt x="2579435" y="34094"/>
                  </a:cubicBezTo>
                  <a:lnTo>
                    <a:pt x="2579435" y="1023414"/>
                  </a:lnTo>
                  <a:cubicBezTo>
                    <a:pt x="2579435" y="1042244"/>
                    <a:pt x="2564170" y="1057508"/>
                    <a:pt x="2545341" y="1057508"/>
                  </a:cubicBezTo>
                  <a:lnTo>
                    <a:pt x="34094" y="1057508"/>
                  </a:lnTo>
                  <a:cubicBezTo>
                    <a:pt x="25052" y="1057508"/>
                    <a:pt x="16380" y="1053916"/>
                    <a:pt x="9986" y="1047522"/>
                  </a:cubicBezTo>
                  <a:cubicBezTo>
                    <a:pt x="3592" y="1041128"/>
                    <a:pt x="0" y="1032456"/>
                    <a:pt x="0" y="1023414"/>
                  </a:cubicBezTo>
                  <a:lnTo>
                    <a:pt x="0" y="34094"/>
                  </a:lnTo>
                  <a:cubicBezTo>
                    <a:pt x="0" y="15264"/>
                    <a:pt x="15264" y="0"/>
                    <a:pt x="34094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579435" cy="1086083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263693" y="-468582"/>
            <a:ext cx="4133140" cy="2794324"/>
            <a:chOff x="0" y="0"/>
            <a:chExt cx="991967" cy="6706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1967" cy="670647"/>
            </a:xfrm>
            <a:custGeom>
              <a:avLst/>
              <a:gdLst/>
              <a:ahLst/>
              <a:cxnLst/>
              <a:rect l="l" t="t" r="r" b="b"/>
              <a:pathLst>
                <a:path w="991967" h="670647">
                  <a:moveTo>
                    <a:pt x="26224" y="0"/>
                  </a:moveTo>
                  <a:lnTo>
                    <a:pt x="965743" y="0"/>
                  </a:lnTo>
                  <a:cubicBezTo>
                    <a:pt x="972698" y="0"/>
                    <a:pt x="979368" y="2763"/>
                    <a:pt x="984286" y="7681"/>
                  </a:cubicBezTo>
                  <a:cubicBezTo>
                    <a:pt x="989204" y="12599"/>
                    <a:pt x="991967" y="19269"/>
                    <a:pt x="991967" y="26224"/>
                  </a:cubicBezTo>
                  <a:lnTo>
                    <a:pt x="991967" y="644423"/>
                  </a:lnTo>
                  <a:cubicBezTo>
                    <a:pt x="991967" y="651378"/>
                    <a:pt x="989204" y="658048"/>
                    <a:pt x="984286" y="662966"/>
                  </a:cubicBezTo>
                  <a:cubicBezTo>
                    <a:pt x="979368" y="667884"/>
                    <a:pt x="972698" y="670647"/>
                    <a:pt x="965743" y="670647"/>
                  </a:cubicBezTo>
                  <a:lnTo>
                    <a:pt x="26224" y="670647"/>
                  </a:lnTo>
                  <a:cubicBezTo>
                    <a:pt x="11741" y="670647"/>
                    <a:pt x="0" y="658906"/>
                    <a:pt x="0" y="644423"/>
                  </a:cubicBezTo>
                  <a:lnTo>
                    <a:pt x="0" y="26224"/>
                  </a:lnTo>
                  <a:cubicBezTo>
                    <a:pt x="0" y="19269"/>
                    <a:pt x="2763" y="12599"/>
                    <a:pt x="7681" y="7681"/>
                  </a:cubicBezTo>
                  <a:cubicBezTo>
                    <a:pt x="12599" y="2763"/>
                    <a:pt x="19269" y="0"/>
                    <a:pt x="262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991967" cy="699222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 dirty="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7705266" y="371519"/>
            <a:ext cx="3249994" cy="1564330"/>
          </a:xfrm>
          <a:custGeom>
            <a:avLst/>
            <a:gdLst/>
            <a:ahLst/>
            <a:cxnLst/>
            <a:rect l="l" t="t" r="r" b="b"/>
            <a:pathLst>
              <a:path w="3249994" h="1564330">
                <a:moveTo>
                  <a:pt x="0" y="0"/>
                </a:moveTo>
                <a:lnTo>
                  <a:pt x="3249993" y="0"/>
                </a:lnTo>
                <a:lnTo>
                  <a:pt x="3249993" y="1564330"/>
                </a:lnTo>
                <a:lnTo>
                  <a:pt x="0" y="1564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8" r="-138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422290" y="1035722"/>
            <a:ext cx="3489629" cy="881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81"/>
              </a:lnSpc>
            </a:pPr>
            <a:r>
              <a:rPr lang="en-US" sz="2557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3581"/>
              </a:lnSpc>
            </a:pPr>
            <a:r>
              <a:rPr lang="en-US" sz="2557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1620" y="3983385"/>
            <a:ext cx="17297285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 spc="-120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PADRÕES DE CARREIRA DE TRABALHADORES POR CONTA PRÓPRIA NO BRASIL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652" y="7330166"/>
            <a:ext cx="6345638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0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Alef Oliveira dos Santos (</a:t>
            </a:r>
            <a:r>
              <a:rPr lang="en-US" sz="2000" b="1" spc="-48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Lapei</a:t>
            </a:r>
            <a:r>
              <a:rPr lang="en-US" sz="20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/UFG)</a:t>
            </a:r>
          </a:p>
          <a:p>
            <a:pPr>
              <a:lnSpc>
                <a:spcPts val="2879"/>
              </a:lnSpc>
            </a:pPr>
            <a:r>
              <a:rPr lang="en-US" sz="20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Daniel do Prado </a:t>
            </a:r>
            <a:r>
              <a:rPr lang="en-US" sz="2000" b="1" spc="-48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Pagotto</a:t>
            </a:r>
            <a:r>
              <a:rPr lang="en-US" sz="20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(</a:t>
            </a:r>
            <a:r>
              <a:rPr lang="en-US" sz="2000" b="1" spc="-48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Lapei</a:t>
            </a:r>
            <a:r>
              <a:rPr lang="en-US" sz="20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/UFG)</a:t>
            </a:r>
          </a:p>
          <a:p>
            <a:pPr>
              <a:lnSpc>
                <a:spcPts val="2879"/>
              </a:lnSpc>
            </a:pPr>
            <a:r>
              <a:rPr lang="en-US" sz="2000" b="1" spc="-48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Jéssica</a:t>
            </a:r>
            <a:r>
              <a:rPr lang="en-US" sz="20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Borges de </a:t>
            </a:r>
            <a:r>
              <a:rPr lang="en-US" sz="2000" b="1" spc="-48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Carvalho</a:t>
            </a:r>
            <a:r>
              <a:rPr lang="en-US" sz="20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(</a:t>
            </a:r>
            <a:r>
              <a:rPr lang="en-US" sz="2000" b="1" spc="-48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Lapei</a:t>
            </a:r>
            <a:r>
              <a:rPr lang="en-US" sz="20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/UFG)</a:t>
            </a:r>
          </a:p>
          <a:p>
            <a:pPr>
              <a:lnSpc>
                <a:spcPts val="2879"/>
              </a:lnSpc>
            </a:pPr>
            <a:r>
              <a:rPr lang="en-US" sz="2000" b="1" spc="-48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Cândido</a:t>
            </a:r>
            <a:r>
              <a:rPr lang="en-US" sz="20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Vieira Borges </a:t>
            </a:r>
            <a:r>
              <a:rPr lang="en-US" sz="2000" b="1" spc="-48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Júnior</a:t>
            </a:r>
            <a:r>
              <a:rPr lang="en-US" sz="20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(</a:t>
            </a:r>
            <a:r>
              <a:rPr lang="en-US" sz="2000" b="1" spc="-48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Lapei</a:t>
            </a:r>
            <a:r>
              <a:rPr lang="en-US" sz="20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/UFG)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7162" y="8943975"/>
            <a:ext cx="130604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4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Julho 2026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7307126" y="12410"/>
            <a:ext cx="988664" cy="988664"/>
            <a:chOff x="0" y="0"/>
            <a:chExt cx="376901" cy="3769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76901" cy="376901"/>
            </a:xfrm>
            <a:custGeom>
              <a:avLst/>
              <a:gdLst/>
              <a:ahLst/>
              <a:cxnLst/>
              <a:rect l="l" t="t" r="r" b="b"/>
              <a:pathLst>
                <a:path w="376901" h="376901">
                  <a:moveTo>
                    <a:pt x="0" y="0"/>
                  </a:moveTo>
                  <a:lnTo>
                    <a:pt x="376901" y="0"/>
                  </a:lnTo>
                  <a:lnTo>
                    <a:pt x="376901" y="376901"/>
                  </a:lnTo>
                  <a:lnTo>
                    <a:pt x="0" y="376901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76901" cy="415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307126" y="1001074"/>
            <a:ext cx="988664" cy="988664"/>
            <a:chOff x="0" y="0"/>
            <a:chExt cx="376901" cy="3769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6901" cy="376901"/>
            </a:xfrm>
            <a:custGeom>
              <a:avLst/>
              <a:gdLst/>
              <a:ahLst/>
              <a:cxnLst/>
              <a:rect l="l" t="t" r="r" b="b"/>
              <a:pathLst>
                <a:path w="376901" h="376901">
                  <a:moveTo>
                    <a:pt x="0" y="0"/>
                  </a:moveTo>
                  <a:lnTo>
                    <a:pt x="376901" y="0"/>
                  </a:lnTo>
                  <a:lnTo>
                    <a:pt x="376901" y="376901"/>
                  </a:lnTo>
                  <a:lnTo>
                    <a:pt x="0" y="376901"/>
                  </a:lnTo>
                  <a:close/>
                </a:path>
              </a:pathLst>
            </a:custGeom>
            <a:solidFill>
              <a:srgbClr val="FAAE4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76901" cy="415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307126" y="1989738"/>
            <a:ext cx="988664" cy="988664"/>
            <a:chOff x="0" y="0"/>
            <a:chExt cx="376901" cy="37690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6901" cy="376901"/>
            </a:xfrm>
            <a:custGeom>
              <a:avLst/>
              <a:gdLst/>
              <a:ahLst/>
              <a:cxnLst/>
              <a:rect l="l" t="t" r="r" b="b"/>
              <a:pathLst>
                <a:path w="376901" h="376901">
                  <a:moveTo>
                    <a:pt x="0" y="0"/>
                  </a:moveTo>
                  <a:lnTo>
                    <a:pt x="376901" y="0"/>
                  </a:lnTo>
                  <a:lnTo>
                    <a:pt x="376901" y="376901"/>
                  </a:lnTo>
                  <a:lnTo>
                    <a:pt x="0" y="376901"/>
                  </a:lnTo>
                  <a:close/>
                </a:path>
              </a:pathLst>
            </a:custGeom>
            <a:solidFill>
              <a:srgbClr val="34CC33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76901" cy="415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7482881" y="256089"/>
            <a:ext cx="631567" cy="501306"/>
          </a:xfrm>
          <a:custGeom>
            <a:avLst/>
            <a:gdLst/>
            <a:ahLst/>
            <a:cxnLst/>
            <a:rect l="l" t="t" r="r" b="b"/>
            <a:pathLst>
              <a:path w="631567" h="501306">
                <a:moveTo>
                  <a:pt x="0" y="0"/>
                </a:moveTo>
                <a:lnTo>
                  <a:pt x="631566" y="0"/>
                </a:lnTo>
                <a:lnTo>
                  <a:pt x="631566" y="501306"/>
                </a:lnTo>
                <a:lnTo>
                  <a:pt x="0" y="501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488469" y="1182417"/>
            <a:ext cx="625978" cy="625978"/>
          </a:xfrm>
          <a:custGeom>
            <a:avLst/>
            <a:gdLst/>
            <a:ahLst/>
            <a:cxnLst/>
            <a:rect l="l" t="t" r="r" b="b"/>
            <a:pathLst>
              <a:path w="625978" h="625978">
                <a:moveTo>
                  <a:pt x="0" y="0"/>
                </a:moveTo>
                <a:lnTo>
                  <a:pt x="625978" y="0"/>
                </a:lnTo>
                <a:lnTo>
                  <a:pt x="625978" y="625978"/>
                </a:lnTo>
                <a:lnTo>
                  <a:pt x="0" y="625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7488469" y="2233332"/>
            <a:ext cx="625978" cy="514867"/>
          </a:xfrm>
          <a:custGeom>
            <a:avLst/>
            <a:gdLst/>
            <a:ahLst/>
            <a:cxnLst/>
            <a:rect l="l" t="t" r="r" b="b"/>
            <a:pathLst>
              <a:path w="625978" h="514867">
                <a:moveTo>
                  <a:pt x="0" y="0"/>
                </a:moveTo>
                <a:lnTo>
                  <a:pt x="625978" y="0"/>
                </a:lnTo>
                <a:lnTo>
                  <a:pt x="625978" y="514868"/>
                </a:lnTo>
                <a:lnTo>
                  <a:pt x="0" y="5148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6995235" y="9212186"/>
            <a:ext cx="1539574" cy="480305"/>
          </a:xfrm>
          <a:custGeom>
            <a:avLst/>
            <a:gdLst/>
            <a:ahLst/>
            <a:cxnLst/>
            <a:rect l="l" t="t" r="r" b="b"/>
            <a:pathLst>
              <a:path w="1539574" h="480305">
                <a:moveTo>
                  <a:pt x="0" y="0"/>
                </a:moveTo>
                <a:lnTo>
                  <a:pt x="1539575" y="0"/>
                </a:lnTo>
                <a:lnTo>
                  <a:pt x="1539575" y="480305"/>
                </a:lnTo>
                <a:lnTo>
                  <a:pt x="0" y="4803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4824" t="-59076" r="-14474" b="-58098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8955733" y="9286729"/>
            <a:ext cx="643244" cy="324911"/>
          </a:xfrm>
          <a:custGeom>
            <a:avLst/>
            <a:gdLst/>
            <a:ahLst/>
            <a:cxnLst/>
            <a:rect l="l" t="t" r="r" b="b"/>
            <a:pathLst>
              <a:path w="643244" h="324911">
                <a:moveTo>
                  <a:pt x="0" y="0"/>
                </a:moveTo>
                <a:lnTo>
                  <a:pt x="643244" y="0"/>
                </a:lnTo>
                <a:lnTo>
                  <a:pt x="643244" y="324910"/>
                </a:lnTo>
                <a:lnTo>
                  <a:pt x="0" y="3249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628263" y="9269346"/>
            <a:ext cx="655020" cy="365985"/>
          </a:xfrm>
          <a:custGeom>
            <a:avLst/>
            <a:gdLst/>
            <a:ahLst/>
            <a:cxnLst/>
            <a:rect l="l" t="t" r="r" b="b"/>
            <a:pathLst>
              <a:path w="655020" h="365985">
                <a:moveTo>
                  <a:pt x="0" y="0"/>
                </a:moveTo>
                <a:lnTo>
                  <a:pt x="655019" y="0"/>
                </a:lnTo>
                <a:lnTo>
                  <a:pt x="655019" y="365985"/>
                </a:lnTo>
                <a:lnTo>
                  <a:pt x="0" y="3659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6995235" y="8812251"/>
            <a:ext cx="1096542" cy="14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89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REALIZAÇÃO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24550" y="8812251"/>
            <a:ext cx="1450670" cy="14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89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APOIO INSTITUCIONAL</a:t>
            </a:r>
          </a:p>
        </p:txBody>
      </p:sp>
      <p:sp>
        <p:nvSpPr>
          <p:cNvPr id="35" name="Freeform 35"/>
          <p:cNvSpPr/>
          <p:nvPr/>
        </p:nvSpPr>
        <p:spPr>
          <a:xfrm>
            <a:off x="13955259" y="9183638"/>
            <a:ext cx="955378" cy="537400"/>
          </a:xfrm>
          <a:custGeom>
            <a:avLst/>
            <a:gdLst/>
            <a:ahLst/>
            <a:cxnLst/>
            <a:rect l="l" t="t" r="r" b="b"/>
            <a:pathLst>
              <a:path w="955378" h="537400">
                <a:moveTo>
                  <a:pt x="0" y="0"/>
                </a:moveTo>
                <a:lnTo>
                  <a:pt x="955378" y="0"/>
                </a:lnTo>
                <a:lnTo>
                  <a:pt x="955378" y="537400"/>
                </a:lnTo>
                <a:lnTo>
                  <a:pt x="0" y="537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7421" t="-10052" r="-4949" b="-12318"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7044835" y="9305307"/>
            <a:ext cx="744461" cy="294062"/>
          </a:xfrm>
          <a:custGeom>
            <a:avLst/>
            <a:gdLst/>
            <a:ahLst/>
            <a:cxnLst/>
            <a:rect l="l" t="t" r="r" b="b"/>
            <a:pathLst>
              <a:path w="744461" h="294062">
                <a:moveTo>
                  <a:pt x="0" y="0"/>
                </a:moveTo>
                <a:lnTo>
                  <a:pt x="744460" y="0"/>
                </a:lnTo>
                <a:lnTo>
                  <a:pt x="744460" y="294062"/>
                </a:lnTo>
                <a:lnTo>
                  <a:pt x="0" y="2940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5914232" y="9368497"/>
            <a:ext cx="828059" cy="167682"/>
          </a:xfrm>
          <a:custGeom>
            <a:avLst/>
            <a:gdLst/>
            <a:ahLst/>
            <a:cxnLst/>
            <a:rect l="l" t="t" r="r" b="b"/>
            <a:pathLst>
              <a:path w="828059" h="167682">
                <a:moveTo>
                  <a:pt x="0" y="0"/>
                </a:moveTo>
                <a:lnTo>
                  <a:pt x="828059" y="0"/>
                </a:lnTo>
                <a:lnTo>
                  <a:pt x="828059" y="167682"/>
                </a:lnTo>
                <a:lnTo>
                  <a:pt x="0" y="16768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5167104" y="9082356"/>
            <a:ext cx="440279" cy="739964"/>
          </a:xfrm>
          <a:custGeom>
            <a:avLst/>
            <a:gdLst/>
            <a:ahLst/>
            <a:cxnLst/>
            <a:rect l="l" t="t" r="r" b="b"/>
            <a:pathLst>
              <a:path w="440279" h="739964">
                <a:moveTo>
                  <a:pt x="0" y="0"/>
                </a:moveTo>
                <a:lnTo>
                  <a:pt x="440279" y="0"/>
                </a:lnTo>
                <a:lnTo>
                  <a:pt x="440279" y="739964"/>
                </a:lnTo>
                <a:lnTo>
                  <a:pt x="0" y="7399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2824550" y="9133481"/>
            <a:ext cx="955378" cy="637715"/>
          </a:xfrm>
          <a:custGeom>
            <a:avLst/>
            <a:gdLst/>
            <a:ahLst/>
            <a:cxnLst/>
            <a:rect l="l" t="t" r="r" b="b"/>
            <a:pathLst>
              <a:path w="955378" h="637715">
                <a:moveTo>
                  <a:pt x="0" y="0"/>
                </a:moveTo>
                <a:lnTo>
                  <a:pt x="955379" y="0"/>
                </a:lnTo>
                <a:lnTo>
                  <a:pt x="955379" y="637715"/>
                </a:lnTo>
                <a:lnTo>
                  <a:pt x="0" y="63771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0828908" y="9082356"/>
            <a:ext cx="1056918" cy="675106"/>
          </a:xfrm>
          <a:custGeom>
            <a:avLst/>
            <a:gdLst/>
            <a:ahLst/>
            <a:cxnLst/>
            <a:rect l="l" t="t" r="r" b="b"/>
            <a:pathLst>
              <a:path w="1056918" h="675106">
                <a:moveTo>
                  <a:pt x="0" y="0"/>
                </a:moveTo>
                <a:lnTo>
                  <a:pt x="1056918" y="0"/>
                </a:lnTo>
                <a:lnTo>
                  <a:pt x="1056918" y="675106"/>
                </a:lnTo>
                <a:lnTo>
                  <a:pt x="0" y="6751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0883069" y="8812251"/>
            <a:ext cx="1686488" cy="14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89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APOIO FINANCEIRO</a:t>
            </a:r>
          </a:p>
        </p:txBody>
      </p:sp>
      <p:sp>
        <p:nvSpPr>
          <p:cNvPr id="42" name="Freeform 42"/>
          <p:cNvSpPr/>
          <p:nvPr/>
        </p:nvSpPr>
        <p:spPr>
          <a:xfrm>
            <a:off x="17047091" y="9305307"/>
            <a:ext cx="166610" cy="294062"/>
          </a:xfrm>
          <a:custGeom>
            <a:avLst/>
            <a:gdLst/>
            <a:ahLst/>
            <a:cxnLst/>
            <a:rect l="l" t="t" r="r" b="b"/>
            <a:pathLst>
              <a:path w="166610" h="294062">
                <a:moveTo>
                  <a:pt x="0" y="0"/>
                </a:moveTo>
                <a:lnTo>
                  <a:pt x="166610" y="0"/>
                </a:lnTo>
                <a:lnTo>
                  <a:pt x="166610" y="294062"/>
                </a:lnTo>
                <a:lnTo>
                  <a:pt x="0" y="2940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r="-346827"/>
            </a:stretch>
          </a:blipFill>
        </p:spPr>
      </p:sp>
      <p:grpSp>
        <p:nvGrpSpPr>
          <p:cNvPr id="43" name="Group 43"/>
          <p:cNvGrpSpPr/>
          <p:nvPr/>
        </p:nvGrpSpPr>
        <p:grpSpPr>
          <a:xfrm>
            <a:off x="6378720" y="8310440"/>
            <a:ext cx="12327077" cy="2751735"/>
            <a:chOff x="0" y="0"/>
            <a:chExt cx="2958538" cy="66042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958538" cy="660425"/>
            </a:xfrm>
            <a:custGeom>
              <a:avLst/>
              <a:gdLst/>
              <a:ahLst/>
              <a:cxnLst/>
              <a:rect l="l" t="t" r="r" b="b"/>
              <a:pathLst>
                <a:path w="2958538" h="660425">
                  <a:moveTo>
                    <a:pt x="25122" y="0"/>
                  </a:moveTo>
                  <a:lnTo>
                    <a:pt x="2933416" y="0"/>
                  </a:lnTo>
                  <a:cubicBezTo>
                    <a:pt x="2947290" y="0"/>
                    <a:pt x="2958538" y="11247"/>
                    <a:pt x="2958538" y="25122"/>
                  </a:cubicBezTo>
                  <a:lnTo>
                    <a:pt x="2958538" y="635303"/>
                  </a:lnTo>
                  <a:cubicBezTo>
                    <a:pt x="2958538" y="641966"/>
                    <a:pt x="2955891" y="648356"/>
                    <a:pt x="2951180" y="653067"/>
                  </a:cubicBezTo>
                  <a:cubicBezTo>
                    <a:pt x="2946469" y="657778"/>
                    <a:pt x="2940079" y="660425"/>
                    <a:pt x="2933416" y="660425"/>
                  </a:cubicBezTo>
                  <a:lnTo>
                    <a:pt x="25122" y="660425"/>
                  </a:lnTo>
                  <a:cubicBezTo>
                    <a:pt x="18459" y="660425"/>
                    <a:pt x="12069" y="657778"/>
                    <a:pt x="7358" y="653067"/>
                  </a:cubicBezTo>
                  <a:cubicBezTo>
                    <a:pt x="2647" y="648356"/>
                    <a:pt x="0" y="641966"/>
                    <a:pt x="0" y="635303"/>
                  </a:cubicBezTo>
                  <a:lnTo>
                    <a:pt x="0" y="25122"/>
                  </a:lnTo>
                  <a:cubicBezTo>
                    <a:pt x="0" y="18459"/>
                    <a:pt x="2647" y="12069"/>
                    <a:pt x="7358" y="7358"/>
                  </a:cubicBezTo>
                  <a:cubicBezTo>
                    <a:pt x="12069" y="2647"/>
                    <a:pt x="18459" y="0"/>
                    <a:pt x="25122" y="0"/>
                  </a:cubicBezTo>
                  <a:close/>
                </a:path>
              </a:pathLst>
            </a:custGeom>
            <a:ln w="28575" cap="rnd">
              <a:solidFill>
                <a:srgbClr val="FAAE40"/>
              </a:solidFill>
              <a:prstDash val="solid"/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2958538" cy="689000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46" name="TextBox 15"/>
          <p:cNvSpPr txBox="1"/>
          <p:nvPr/>
        </p:nvSpPr>
        <p:spPr>
          <a:xfrm>
            <a:off x="665187" y="5786634"/>
            <a:ext cx="10039653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-48" dirty="0">
                <a:solidFill>
                  <a:schemeClr val="bg1">
                    <a:lumMod val="8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Uma </a:t>
            </a:r>
            <a:r>
              <a:rPr lang="en-US" sz="2800" b="1" spc="-48" dirty="0" err="1">
                <a:solidFill>
                  <a:schemeClr val="bg1">
                    <a:lumMod val="8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aplicação</a:t>
            </a:r>
            <a:r>
              <a:rPr lang="en-US" sz="2800" b="1" spc="-48" dirty="0">
                <a:solidFill>
                  <a:schemeClr val="bg1">
                    <a:lumMod val="8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 </a:t>
            </a:r>
            <a:r>
              <a:rPr lang="en-US" sz="2800" b="1" spc="-48" dirty="0" err="1">
                <a:solidFill>
                  <a:schemeClr val="bg1">
                    <a:lumMod val="8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análise</a:t>
            </a:r>
            <a:r>
              <a:rPr lang="en-US" sz="2800" b="1" spc="-48" dirty="0">
                <a:solidFill>
                  <a:schemeClr val="bg1">
                    <a:lumMod val="8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 </a:t>
            </a:r>
            <a:r>
              <a:rPr lang="en-US" sz="2800" b="1" spc="-48" dirty="0" err="1">
                <a:solidFill>
                  <a:schemeClr val="bg1">
                    <a:lumMod val="85000"/>
                  </a:scheme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sequência</a:t>
            </a:r>
            <a:endParaRPr lang="en-US" sz="2800" b="1" spc="-48" dirty="0">
              <a:solidFill>
                <a:schemeClr val="bg1">
                  <a:lumMod val="85000"/>
                </a:schemeClr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cxnSp>
        <p:nvCxnSpPr>
          <p:cNvPr id="47" name="Conector reto 46"/>
          <p:cNvCxnSpPr/>
          <p:nvPr/>
        </p:nvCxnSpPr>
        <p:spPr>
          <a:xfrm>
            <a:off x="681620" y="5626194"/>
            <a:ext cx="12348580" cy="6157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512341" y="1384282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Introdução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2" name="TextBox 20"/>
          <p:cNvSpPr txBox="1"/>
          <p:nvPr/>
        </p:nvSpPr>
        <p:spPr>
          <a:xfrm>
            <a:off x="533400" y="2570695"/>
            <a:ext cx="16535400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</a:pPr>
            <a:r>
              <a:rPr lang="pt-BR" sz="36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Empreender não deve ser concebido como um </a:t>
            </a:r>
            <a:r>
              <a:rPr lang="pt-BR" sz="3600" b="1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estágio finalístico</a:t>
            </a:r>
            <a:r>
              <a:rPr lang="pt-BR" sz="36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na trajetória profissional. Ao contrário, geralmente, pode fazer parte de diferentes momentos da carreira de um indivíduo </a:t>
            </a:r>
            <a:r>
              <a:rPr lang="pt-BR" sz="2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(Burton et al., 2016; </a:t>
            </a:r>
            <a:r>
              <a:rPr lang="pt-BR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Kwon</a:t>
            </a:r>
            <a:r>
              <a:rPr lang="pt-BR" sz="2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&amp; Wang, 2025)</a:t>
            </a:r>
            <a:endParaRPr lang="en-US" sz="20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4FF2D1F-FEE1-4098-86B7-A6A7FD36CACF}"/>
              </a:ext>
            </a:extLst>
          </p:cNvPr>
          <p:cNvSpPr txBox="1"/>
          <p:nvPr/>
        </p:nvSpPr>
        <p:spPr>
          <a:xfrm>
            <a:off x="17543393" y="9421523"/>
            <a:ext cx="384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56278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512341" y="1384282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Introdução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2" name="TextBox 20"/>
          <p:cNvSpPr txBox="1"/>
          <p:nvPr/>
        </p:nvSpPr>
        <p:spPr>
          <a:xfrm>
            <a:off x="533400" y="2570695"/>
            <a:ext cx="16535400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</a:pPr>
            <a:r>
              <a:rPr lang="pt-BR" sz="36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Empreender não deve ser concebido como um </a:t>
            </a:r>
            <a:r>
              <a:rPr lang="pt-BR" sz="3600" b="1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estágio finalístico</a:t>
            </a:r>
            <a:r>
              <a:rPr lang="pt-BR" sz="36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na trajetória profissional. Ao contrário, geralmente, pode fazer parte de diferentes momentos da carreira de um indivíduo </a:t>
            </a:r>
            <a:r>
              <a:rPr lang="pt-BR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(Burton et al., 2016; </a:t>
            </a:r>
            <a:r>
              <a:rPr lang="pt-BR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Kwon</a:t>
            </a:r>
            <a:r>
              <a:rPr lang="pt-BR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&amp; Wang, 2025)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959" y="4862185"/>
            <a:ext cx="1676400" cy="1676400"/>
          </a:xfrm>
          <a:prstGeom prst="rect">
            <a:avLst/>
          </a:prstGeom>
        </p:spPr>
      </p:pic>
      <p:sp>
        <p:nvSpPr>
          <p:cNvPr id="14" name="TextBox 20"/>
          <p:cNvSpPr txBox="1"/>
          <p:nvPr/>
        </p:nvSpPr>
        <p:spPr>
          <a:xfrm>
            <a:off x="3879104" y="4867015"/>
            <a:ext cx="12344400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pt-BR" sz="4000" b="1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Lacuna</a:t>
            </a:r>
            <a:r>
              <a:rPr lang="pt-BR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: Necessidade de considerar diferentes contextos socioeconômicos no estudo de trajetórias de trabalhadores por conta própria.</a:t>
            </a:r>
            <a:endParaRPr lang="en-US" sz="24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240CB9C-1237-480D-9F4C-FC660C79DA5C}"/>
              </a:ext>
            </a:extLst>
          </p:cNvPr>
          <p:cNvSpPr txBox="1"/>
          <p:nvPr/>
        </p:nvSpPr>
        <p:spPr>
          <a:xfrm>
            <a:off x="17543393" y="9421523"/>
            <a:ext cx="384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75828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512341" y="1384282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Introdução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2" name="TextBox 20"/>
          <p:cNvSpPr txBox="1"/>
          <p:nvPr/>
        </p:nvSpPr>
        <p:spPr>
          <a:xfrm>
            <a:off x="533400" y="2570695"/>
            <a:ext cx="16535400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</a:pPr>
            <a:r>
              <a:rPr lang="pt-BR" sz="36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Empreender não deve ser concebido como um </a:t>
            </a:r>
            <a:r>
              <a:rPr lang="pt-BR" sz="3600" b="1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estágio finalístico</a:t>
            </a:r>
            <a:r>
              <a:rPr lang="pt-BR" sz="36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na trajetória profissional. Ao contrário, geralmente, pode fazer parte de diferentes momentos da carreira de um indivíduo </a:t>
            </a:r>
            <a:r>
              <a:rPr lang="pt-BR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(Burton et al., 2016; </a:t>
            </a:r>
            <a:r>
              <a:rPr lang="pt-BR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Kwon</a:t>
            </a:r>
            <a:r>
              <a:rPr lang="pt-BR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&amp; Wang, 2025)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4" name="TextBox 20"/>
          <p:cNvSpPr txBox="1"/>
          <p:nvPr/>
        </p:nvSpPr>
        <p:spPr>
          <a:xfrm>
            <a:off x="3879104" y="4867015"/>
            <a:ext cx="12344400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pt-BR" sz="4000" b="1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Lacuna</a:t>
            </a:r>
            <a:r>
              <a:rPr lang="pt-BR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: Ausência de estudo que analisa trajetórias ocupacionais de trabalhadores por conta própria brasileiros</a:t>
            </a:r>
            <a:endParaRPr lang="en-US" sz="24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451" y="7512649"/>
            <a:ext cx="1419416" cy="1419416"/>
          </a:xfrm>
          <a:prstGeom prst="rect">
            <a:avLst/>
          </a:prstGeom>
        </p:spPr>
      </p:pic>
      <p:sp>
        <p:nvSpPr>
          <p:cNvPr id="16" name="TextBox 20"/>
          <p:cNvSpPr txBox="1"/>
          <p:nvPr/>
        </p:nvSpPr>
        <p:spPr>
          <a:xfrm>
            <a:off x="3843687" y="7658100"/>
            <a:ext cx="11132296" cy="1696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pt-BR" sz="4400" b="1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Objetivo</a:t>
            </a:r>
            <a:r>
              <a:rPr lang="pt-BR" sz="44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pt-BR" sz="4400" dirty="0">
                <a:sym typeface="Open Sauce"/>
              </a:rPr>
              <a:t>A</a:t>
            </a:r>
            <a:r>
              <a:rPr lang="pt-BR" sz="4400" dirty="0"/>
              <a:t>nalisar os padrões de carreira de trabalhadores por conta própria no Brasil com Análise de Sequência.</a:t>
            </a:r>
            <a:endParaRPr lang="en-US" sz="28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00959" y="4862185"/>
            <a:ext cx="1676400" cy="16764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5995CBA3-A8A8-4A04-9A2A-92E4FF091CBC}"/>
              </a:ext>
            </a:extLst>
          </p:cNvPr>
          <p:cNvSpPr txBox="1"/>
          <p:nvPr/>
        </p:nvSpPr>
        <p:spPr>
          <a:xfrm>
            <a:off x="17543393" y="9421523"/>
            <a:ext cx="384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99596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512341" y="1384282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Fundamentação</a:t>
            </a:r>
            <a:r>
              <a:rPr lang="en-US" sz="4500" b="1" spc="-90" dirty="0"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teórica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aphicFrame>
        <p:nvGraphicFramePr>
          <p:cNvPr id="29" name="Tabela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574251"/>
              </p:ext>
            </p:extLst>
          </p:nvPr>
        </p:nvGraphicFramePr>
        <p:xfrm>
          <a:off x="1512341" y="3162300"/>
          <a:ext cx="14794459" cy="571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1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3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3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284">
                <a:tc>
                  <a:txBody>
                    <a:bodyPr/>
                    <a:lstStyle/>
                    <a:p>
                      <a:pPr algn="ctr"/>
                      <a:r>
                        <a:rPr lang="pt-BR" sz="2000" b="1" i="0" dirty="0">
                          <a:solidFill>
                            <a:srgbClr val="001456"/>
                          </a:solidFill>
                        </a:rPr>
                        <a:t>Autores</a:t>
                      </a:r>
                      <a:endParaRPr lang="pt-BR" sz="2000" b="1" i="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i="0" dirty="0">
                          <a:solidFill>
                            <a:srgbClr val="001456"/>
                          </a:solidFill>
                        </a:rPr>
                        <a:t>País</a:t>
                      </a:r>
                      <a:endParaRPr lang="pt-BR" sz="2000" b="1" i="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i="0" dirty="0">
                          <a:solidFill>
                            <a:srgbClr val="001456"/>
                          </a:solidFill>
                        </a:rPr>
                        <a:t>Nº Observações</a:t>
                      </a:r>
                      <a:endParaRPr lang="pt-BR" sz="2000" b="1" i="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i="0" dirty="0">
                          <a:solidFill>
                            <a:srgbClr val="001456"/>
                          </a:solidFill>
                        </a:rPr>
                        <a:t>Clusters</a:t>
                      </a:r>
                      <a:endParaRPr lang="pt-BR" sz="2000" b="1" i="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239">
                <a:tc>
                  <a:txBody>
                    <a:bodyPr/>
                    <a:lstStyle/>
                    <a:p>
                      <a:r>
                        <a:rPr lang="pt-BR" sz="2400" dirty="0" err="1">
                          <a:solidFill>
                            <a:srgbClr val="001456"/>
                          </a:solidFill>
                        </a:rPr>
                        <a:t>Kock</a:t>
                      </a:r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, Park e </a:t>
                      </a:r>
                      <a:r>
                        <a:rPr lang="pt-BR" sz="2400" dirty="0" err="1">
                          <a:solidFill>
                            <a:srgbClr val="001456"/>
                          </a:solidFill>
                        </a:rPr>
                        <a:t>Zahra</a:t>
                      </a:r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 (2021)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Alemanha</a:t>
                      </a:r>
                    </a:p>
                    <a:p>
                      <a:pPr algn="ctr"/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(25</a:t>
                      </a:r>
                      <a:r>
                        <a:rPr lang="pt-BR" sz="2400" baseline="0" dirty="0">
                          <a:solidFill>
                            <a:srgbClr val="001456"/>
                          </a:solidFill>
                        </a:rPr>
                        <a:t> anos)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205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1) padrões misto;</a:t>
                      </a:r>
                      <a:r>
                        <a:rPr lang="pt-BR" sz="2400" baseline="0" dirty="0">
                          <a:solidFill>
                            <a:srgbClr val="001456"/>
                          </a:solidFill>
                        </a:rPr>
                        <a:t> </a:t>
                      </a:r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2) padrões por</a:t>
                      </a:r>
                      <a:r>
                        <a:rPr lang="pt-BR" sz="2400" baseline="0" dirty="0">
                          <a:solidFill>
                            <a:srgbClr val="001456"/>
                          </a:solidFill>
                        </a:rPr>
                        <a:t> necessidade;</a:t>
                      </a:r>
                    </a:p>
                    <a:p>
                      <a:r>
                        <a:rPr lang="pt-BR" sz="2400" baseline="0" dirty="0">
                          <a:solidFill>
                            <a:srgbClr val="001456"/>
                          </a:solidFill>
                        </a:rPr>
                        <a:t>3) padrões intermitente; 4) padrões persistente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9119">
                <a:tc>
                  <a:txBody>
                    <a:bodyPr/>
                    <a:lstStyle/>
                    <a:p>
                      <a:r>
                        <a:rPr lang="pt-BR" sz="2400" dirty="0" err="1">
                          <a:solidFill>
                            <a:srgbClr val="001456"/>
                          </a:solidFill>
                        </a:rPr>
                        <a:t>Beusch</a:t>
                      </a:r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 e </a:t>
                      </a:r>
                      <a:r>
                        <a:rPr lang="pt-BR" sz="2400" dirty="0" err="1">
                          <a:solidFill>
                            <a:srgbClr val="001456"/>
                          </a:solidFill>
                        </a:rPr>
                        <a:t>Soest</a:t>
                      </a:r>
                      <a:r>
                        <a:rPr lang="pt-BR" sz="2400" baseline="0" dirty="0">
                          <a:solidFill>
                            <a:srgbClr val="001456"/>
                          </a:solidFill>
                        </a:rPr>
                        <a:t> (2020)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Holanda</a:t>
                      </a:r>
                    </a:p>
                    <a:p>
                      <a:pPr algn="ctr"/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(29 anos)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51.000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Sete clusters:</a:t>
                      </a:r>
                      <a:r>
                        <a:rPr lang="pt-BR" sz="2400" baseline="0" dirty="0">
                          <a:solidFill>
                            <a:srgbClr val="001456"/>
                          </a:solidFill>
                        </a:rPr>
                        <a:t> padrões por necessidade, padrões beneficiários de assistencialismo, padrões híbridos; padrões persistentes; padrões de diretores e acionistas; padrões assalariado e que migram tardiamente para atividade empreendedora.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9119">
                <a:tc>
                  <a:txBody>
                    <a:bodyPr/>
                    <a:lstStyle/>
                    <a:p>
                      <a:r>
                        <a:rPr lang="pt-BR" sz="2400" dirty="0" err="1">
                          <a:solidFill>
                            <a:srgbClr val="001456"/>
                          </a:solidFill>
                        </a:rPr>
                        <a:t>Bay</a:t>
                      </a:r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 e </a:t>
                      </a:r>
                      <a:r>
                        <a:rPr lang="pt-BR" sz="2400" dirty="0" err="1">
                          <a:solidFill>
                            <a:srgbClr val="001456"/>
                          </a:solidFill>
                        </a:rPr>
                        <a:t>Koster</a:t>
                      </a:r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 (2023)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Holanda</a:t>
                      </a:r>
                    </a:p>
                    <a:p>
                      <a:pPr algn="ctr"/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(16 anos)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42.028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Sete clusters: dois padrões</a:t>
                      </a:r>
                      <a:r>
                        <a:rPr lang="pt-BR" sz="2400" baseline="0" dirty="0">
                          <a:solidFill>
                            <a:srgbClr val="001456"/>
                          </a:solidFill>
                        </a:rPr>
                        <a:t> de persistentes; dois padrões por necessidade; padrões que migram para acionista; padrões assalariado e que migram tardiamente para atividade empreendedora.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4239"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rgbClr val="001456"/>
                          </a:solidFill>
                        </a:rPr>
                        <a:t>Sun, Jin e Zhao (2023)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China</a:t>
                      </a:r>
                    </a:p>
                    <a:p>
                      <a:pPr algn="ctr" rtl="0"/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(</a:t>
                      </a:r>
                      <a:r>
                        <a:rPr lang="pt-BR" sz="2400" dirty="0">
                          <a:solidFill>
                            <a:srgbClr val="001456"/>
                          </a:solidFill>
                          <a:effectLst/>
                        </a:rPr>
                        <a:t>± 30</a:t>
                      </a:r>
                      <a:r>
                        <a:rPr lang="pt-BR" sz="2400" baseline="0" dirty="0">
                          <a:solidFill>
                            <a:srgbClr val="001456"/>
                          </a:solidFill>
                          <a:effectLst/>
                        </a:rPr>
                        <a:t> anos)</a:t>
                      </a:r>
                      <a:endParaRPr lang="pt-BR" sz="2400" dirty="0">
                        <a:solidFill>
                          <a:srgbClr val="001456"/>
                        </a:solidFill>
                        <a:effectLst/>
                        <a:latin typeface="Open Sauce" panose="020B0604020202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2400" dirty="0">
                          <a:solidFill>
                            <a:srgbClr val="001456"/>
                          </a:solidFill>
                          <a:effectLst/>
                        </a:rPr>
                        <a:t>1.583</a:t>
                      </a:r>
                      <a:endParaRPr lang="pt-BR" sz="2400" dirty="0">
                        <a:solidFill>
                          <a:srgbClr val="001456"/>
                        </a:solidFill>
                        <a:effectLst/>
                        <a:latin typeface="Open Sauce" panose="020B060402020202020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AutoNum type="arabicParenR"/>
                      </a:pPr>
                      <a:r>
                        <a:rPr lang="pt-BR" sz="2400" dirty="0">
                          <a:solidFill>
                            <a:srgbClr val="001456"/>
                          </a:solidFill>
                        </a:rPr>
                        <a:t>padrões de agricultores; 2)</a:t>
                      </a:r>
                      <a:r>
                        <a:rPr lang="pt-BR" sz="2400" baseline="0" dirty="0">
                          <a:solidFill>
                            <a:srgbClr val="001456"/>
                          </a:solidFill>
                        </a:rPr>
                        <a:t> padrões persistentes; </a:t>
                      </a:r>
                    </a:p>
                    <a:p>
                      <a:pPr marL="0" indent="0">
                        <a:buNone/>
                      </a:pPr>
                      <a:r>
                        <a:rPr lang="pt-BR" sz="2400" baseline="0" dirty="0">
                          <a:solidFill>
                            <a:srgbClr val="001456"/>
                          </a:solidFill>
                        </a:rPr>
                        <a:t>3) padrões por necessidade; 4) padrões empregados.</a:t>
                      </a:r>
                      <a:endParaRPr lang="pt-BR" sz="2400" dirty="0">
                        <a:solidFill>
                          <a:srgbClr val="001456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D50FDF5C-6968-459E-85B9-121189C72E6A}"/>
              </a:ext>
            </a:extLst>
          </p:cNvPr>
          <p:cNvSpPr txBox="1"/>
          <p:nvPr/>
        </p:nvSpPr>
        <p:spPr>
          <a:xfrm>
            <a:off x="17543393" y="9421523"/>
            <a:ext cx="384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64826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12341" y="1384282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Método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12341" y="3723246"/>
            <a:ext cx="11375141" cy="2667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Estudo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longitunial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com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emprego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do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método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análise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sequência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para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encontrar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padrões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trajetórias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trabalhadores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por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conta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própria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D1289A0-3759-4950-AEEB-A7D1C069B6F0}"/>
              </a:ext>
            </a:extLst>
          </p:cNvPr>
          <p:cNvSpPr txBox="1"/>
          <p:nvPr/>
        </p:nvSpPr>
        <p:spPr>
          <a:xfrm>
            <a:off x="17543393" y="9421523"/>
            <a:ext cx="384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18891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12341" y="1384282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Método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874259" y="2665999"/>
            <a:ext cx="6971966" cy="47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PNAD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Contínua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 (IBGE)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pic>
        <p:nvPicPr>
          <p:cNvPr id="27" name="Imagem 26">
            <a:extLst>
              <a:ext uri="{FF2B5EF4-FFF2-40B4-BE49-F238E27FC236}">
                <a16:creationId xmlns:a16="http://schemas.microsoft.com/office/drawing/2014/main" id="{28A9C3D5-AE3C-4FC6-99E4-86752FEB0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936" y="2419677"/>
            <a:ext cx="811874" cy="811874"/>
          </a:xfrm>
          <a:prstGeom prst="rect">
            <a:avLst/>
          </a:prstGeom>
        </p:spPr>
      </p:pic>
      <p:grpSp>
        <p:nvGrpSpPr>
          <p:cNvPr id="33" name="Agrupar 32">
            <a:extLst>
              <a:ext uri="{FF2B5EF4-FFF2-40B4-BE49-F238E27FC236}">
                <a16:creationId xmlns:a16="http://schemas.microsoft.com/office/drawing/2014/main" id="{83E56BA8-134D-49E3-93CB-79599CBC45F4}"/>
              </a:ext>
            </a:extLst>
          </p:cNvPr>
          <p:cNvGrpSpPr/>
          <p:nvPr/>
        </p:nvGrpSpPr>
        <p:grpSpPr>
          <a:xfrm>
            <a:off x="1228581" y="2214194"/>
            <a:ext cx="267552" cy="6205906"/>
            <a:chOff x="1228581" y="2214194"/>
            <a:chExt cx="267552" cy="6205906"/>
          </a:xfrm>
        </p:grpSpPr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id="{ECC7C7E9-B916-44F6-88EA-067C571FE0CA}"/>
                </a:ext>
              </a:extLst>
            </p:cNvPr>
            <p:cNvCxnSpPr>
              <a:cxnSpLocks/>
            </p:cNvCxnSpPr>
            <p:nvPr/>
          </p:nvCxnSpPr>
          <p:spPr>
            <a:xfrm>
              <a:off x="1361931" y="2214194"/>
              <a:ext cx="0" cy="620590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1E192F53-5F71-45EE-9F58-4925415B1935}"/>
                </a:ext>
              </a:extLst>
            </p:cNvPr>
            <p:cNvSpPr/>
            <p:nvPr/>
          </p:nvSpPr>
          <p:spPr>
            <a:xfrm>
              <a:off x="1228581" y="2672254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650F42E-B7F8-4801-994E-9EAA5A4D2901}"/>
                </a:ext>
              </a:extLst>
            </p:cNvPr>
            <p:cNvSpPr/>
            <p:nvPr/>
          </p:nvSpPr>
          <p:spPr>
            <a:xfrm>
              <a:off x="1228581" y="3766565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BC48036B-60C3-4AA7-B343-C1985787F0EA}"/>
                </a:ext>
              </a:extLst>
            </p:cNvPr>
            <p:cNvSpPr/>
            <p:nvPr/>
          </p:nvSpPr>
          <p:spPr>
            <a:xfrm>
              <a:off x="1228581" y="4860877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DCFCCB19-E1A1-43D0-A7D0-F0BB3437D43A}"/>
                </a:ext>
              </a:extLst>
            </p:cNvPr>
            <p:cNvSpPr/>
            <p:nvPr/>
          </p:nvSpPr>
          <p:spPr>
            <a:xfrm>
              <a:off x="1229433" y="5955189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BCF3CC7E-5379-4E59-9BD2-97EA27E2ED0C}"/>
                </a:ext>
              </a:extLst>
            </p:cNvPr>
            <p:cNvSpPr/>
            <p:nvPr/>
          </p:nvSpPr>
          <p:spPr>
            <a:xfrm>
              <a:off x="1228581" y="7049051"/>
              <a:ext cx="266700" cy="267701"/>
            </a:xfrm>
            <a:prstGeom prst="ellipse">
              <a:avLst/>
            </a:prstGeom>
            <a:solidFill>
              <a:srgbClr val="FAB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20820AA-5F7B-467C-B70B-E8F246796716}"/>
              </a:ext>
            </a:extLst>
          </p:cNvPr>
          <p:cNvSpPr txBox="1"/>
          <p:nvPr/>
        </p:nvSpPr>
        <p:spPr>
          <a:xfrm>
            <a:off x="17543393" y="9421523"/>
            <a:ext cx="384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54090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12341" y="1384282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Método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874259" y="2665999"/>
            <a:ext cx="6971966" cy="47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PNAD </a:t>
            </a: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Contínua</a:t>
            </a: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 (IBGE)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pic>
        <p:nvPicPr>
          <p:cNvPr id="27" name="Imagem 26">
            <a:extLst>
              <a:ext uri="{FF2B5EF4-FFF2-40B4-BE49-F238E27FC236}">
                <a16:creationId xmlns:a16="http://schemas.microsoft.com/office/drawing/2014/main" id="{28A9C3D5-AE3C-4FC6-99E4-86752FEB02E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6" y="2419677"/>
            <a:ext cx="811874" cy="811874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9F2D0085-5DDE-48CF-9F33-4AEB08DFF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935" y="3466129"/>
            <a:ext cx="811875" cy="811875"/>
          </a:xfrm>
          <a:prstGeom prst="rect">
            <a:avLst/>
          </a:prstGeom>
        </p:spPr>
      </p:pic>
      <p:sp>
        <p:nvSpPr>
          <p:cNvPr id="29" name="TextBox 20">
            <a:extLst>
              <a:ext uri="{FF2B5EF4-FFF2-40B4-BE49-F238E27FC236}">
                <a16:creationId xmlns:a16="http://schemas.microsoft.com/office/drawing/2014/main" id="{2B2F7AB0-2FAD-4236-9B18-79A351C52AD3}"/>
              </a:ext>
            </a:extLst>
          </p:cNvPr>
          <p:cNvSpPr txBox="1"/>
          <p:nvPr/>
        </p:nvSpPr>
        <p:spPr>
          <a:xfrm>
            <a:off x="2896074" y="3721190"/>
            <a:ext cx="6971966" cy="47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2023 à 2024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83E56BA8-134D-49E3-93CB-79599CBC45F4}"/>
              </a:ext>
            </a:extLst>
          </p:cNvPr>
          <p:cNvGrpSpPr/>
          <p:nvPr/>
        </p:nvGrpSpPr>
        <p:grpSpPr>
          <a:xfrm>
            <a:off x="1228581" y="2214194"/>
            <a:ext cx="267552" cy="6205906"/>
            <a:chOff x="1228581" y="2214194"/>
            <a:chExt cx="267552" cy="6205906"/>
          </a:xfrm>
        </p:grpSpPr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id="{ECC7C7E9-B916-44F6-88EA-067C571FE0CA}"/>
                </a:ext>
              </a:extLst>
            </p:cNvPr>
            <p:cNvCxnSpPr>
              <a:cxnSpLocks/>
            </p:cNvCxnSpPr>
            <p:nvPr/>
          </p:nvCxnSpPr>
          <p:spPr>
            <a:xfrm>
              <a:off x="1361931" y="2214194"/>
              <a:ext cx="0" cy="620590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1E192F53-5F71-45EE-9F58-4925415B1935}"/>
                </a:ext>
              </a:extLst>
            </p:cNvPr>
            <p:cNvSpPr/>
            <p:nvPr/>
          </p:nvSpPr>
          <p:spPr>
            <a:xfrm>
              <a:off x="1228581" y="2672254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650F42E-B7F8-4801-994E-9EAA5A4D2901}"/>
                </a:ext>
              </a:extLst>
            </p:cNvPr>
            <p:cNvSpPr/>
            <p:nvPr/>
          </p:nvSpPr>
          <p:spPr>
            <a:xfrm>
              <a:off x="1228581" y="3766565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BC48036B-60C3-4AA7-B343-C1985787F0EA}"/>
                </a:ext>
              </a:extLst>
            </p:cNvPr>
            <p:cNvSpPr/>
            <p:nvPr/>
          </p:nvSpPr>
          <p:spPr>
            <a:xfrm>
              <a:off x="1228581" y="4860877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DCFCCB19-E1A1-43D0-A7D0-F0BB3437D43A}"/>
                </a:ext>
              </a:extLst>
            </p:cNvPr>
            <p:cNvSpPr/>
            <p:nvPr/>
          </p:nvSpPr>
          <p:spPr>
            <a:xfrm>
              <a:off x="1229433" y="5955189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BCF3CC7E-5379-4E59-9BD2-97EA27E2ED0C}"/>
                </a:ext>
              </a:extLst>
            </p:cNvPr>
            <p:cNvSpPr/>
            <p:nvPr/>
          </p:nvSpPr>
          <p:spPr>
            <a:xfrm>
              <a:off x="1228581" y="7049051"/>
              <a:ext cx="266700" cy="267701"/>
            </a:xfrm>
            <a:prstGeom prst="ellipse">
              <a:avLst/>
            </a:prstGeom>
            <a:solidFill>
              <a:srgbClr val="FAB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4413EF5-5601-4212-888B-709855E44D21}"/>
              </a:ext>
            </a:extLst>
          </p:cNvPr>
          <p:cNvSpPr txBox="1"/>
          <p:nvPr/>
        </p:nvSpPr>
        <p:spPr>
          <a:xfrm>
            <a:off x="17543393" y="9421523"/>
            <a:ext cx="384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93586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12341" y="1384282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Método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874259" y="2665999"/>
            <a:ext cx="6971966" cy="47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PNAD </a:t>
            </a: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Contínua</a:t>
            </a: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 (IBGE)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pic>
        <p:nvPicPr>
          <p:cNvPr id="27" name="Imagem 26">
            <a:extLst>
              <a:ext uri="{FF2B5EF4-FFF2-40B4-BE49-F238E27FC236}">
                <a16:creationId xmlns:a16="http://schemas.microsoft.com/office/drawing/2014/main" id="{28A9C3D5-AE3C-4FC6-99E4-86752FEB02E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6" y="2419677"/>
            <a:ext cx="811874" cy="811874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9F2D0085-5DDE-48CF-9F33-4AEB08DFF50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5" y="3466129"/>
            <a:ext cx="811875" cy="811875"/>
          </a:xfrm>
          <a:prstGeom prst="rect">
            <a:avLst/>
          </a:prstGeom>
        </p:spPr>
      </p:pic>
      <p:sp>
        <p:nvSpPr>
          <p:cNvPr id="29" name="TextBox 20">
            <a:extLst>
              <a:ext uri="{FF2B5EF4-FFF2-40B4-BE49-F238E27FC236}">
                <a16:creationId xmlns:a16="http://schemas.microsoft.com/office/drawing/2014/main" id="{2B2F7AB0-2FAD-4236-9B18-79A351C52AD3}"/>
              </a:ext>
            </a:extLst>
          </p:cNvPr>
          <p:cNvSpPr txBox="1"/>
          <p:nvPr/>
        </p:nvSpPr>
        <p:spPr>
          <a:xfrm>
            <a:off x="2896074" y="3721190"/>
            <a:ext cx="6971966" cy="47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2023 à 2024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5DBDECBC-FFAF-434B-9090-033988C42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5933" y="4512582"/>
            <a:ext cx="811875" cy="811875"/>
          </a:xfrm>
          <a:prstGeom prst="rect">
            <a:avLst/>
          </a:prstGeom>
        </p:spPr>
      </p:pic>
      <p:grpSp>
        <p:nvGrpSpPr>
          <p:cNvPr id="35" name="Group 5">
            <a:extLst>
              <a:ext uri="{FF2B5EF4-FFF2-40B4-BE49-F238E27FC236}">
                <a16:creationId xmlns:a16="http://schemas.microsoft.com/office/drawing/2014/main" id="{508C559A-0035-4F80-AC54-E5843D59EC9D}"/>
              </a:ext>
            </a:extLst>
          </p:cNvPr>
          <p:cNvGrpSpPr/>
          <p:nvPr/>
        </p:nvGrpSpPr>
        <p:grpSpPr>
          <a:xfrm>
            <a:off x="12097409" y="3677535"/>
            <a:ext cx="5378789" cy="2931930"/>
            <a:chOff x="0" y="0"/>
            <a:chExt cx="3430332" cy="2821534"/>
          </a:xfrm>
        </p:grpSpPr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8BCD0FE0-B506-48FB-9D1B-59CCC782B9C3}"/>
                </a:ext>
              </a:extLst>
            </p:cNvPr>
            <p:cNvSpPr/>
            <p:nvPr/>
          </p:nvSpPr>
          <p:spPr>
            <a:xfrm>
              <a:off x="0" y="0"/>
              <a:ext cx="3430332" cy="2821534"/>
            </a:xfrm>
            <a:custGeom>
              <a:avLst/>
              <a:gdLst/>
              <a:ahLst/>
              <a:cxnLst/>
              <a:rect l="l" t="t" r="r" b="b"/>
              <a:pathLst>
                <a:path w="3430332" h="2821534">
                  <a:moveTo>
                    <a:pt x="17922" y="0"/>
                  </a:moveTo>
                  <a:lnTo>
                    <a:pt x="3412410" y="0"/>
                  </a:lnTo>
                  <a:cubicBezTo>
                    <a:pt x="3417163" y="0"/>
                    <a:pt x="3421722" y="1888"/>
                    <a:pt x="3425082" y="5249"/>
                  </a:cubicBezTo>
                  <a:cubicBezTo>
                    <a:pt x="3428443" y="8610"/>
                    <a:pt x="3430332" y="13169"/>
                    <a:pt x="3430332" y="17922"/>
                  </a:cubicBezTo>
                  <a:lnTo>
                    <a:pt x="3430332" y="2803613"/>
                  </a:lnTo>
                  <a:cubicBezTo>
                    <a:pt x="3430332" y="2808366"/>
                    <a:pt x="3428443" y="2812924"/>
                    <a:pt x="3425082" y="2816285"/>
                  </a:cubicBezTo>
                  <a:cubicBezTo>
                    <a:pt x="3421722" y="2819646"/>
                    <a:pt x="3417163" y="2821534"/>
                    <a:pt x="3412410" y="2821534"/>
                  </a:cubicBezTo>
                  <a:lnTo>
                    <a:pt x="17922" y="2821534"/>
                  </a:lnTo>
                  <a:cubicBezTo>
                    <a:pt x="13169" y="2821534"/>
                    <a:pt x="8610" y="2819646"/>
                    <a:pt x="5249" y="2816285"/>
                  </a:cubicBezTo>
                  <a:cubicBezTo>
                    <a:pt x="1888" y="2812924"/>
                    <a:pt x="0" y="2808366"/>
                    <a:pt x="0" y="2803613"/>
                  </a:cubicBezTo>
                  <a:lnTo>
                    <a:pt x="0" y="17922"/>
                  </a:lnTo>
                  <a:cubicBezTo>
                    <a:pt x="0" y="13169"/>
                    <a:pt x="1888" y="8610"/>
                    <a:pt x="5249" y="5249"/>
                  </a:cubicBezTo>
                  <a:cubicBezTo>
                    <a:pt x="8610" y="1888"/>
                    <a:pt x="13169" y="0"/>
                    <a:pt x="1792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41" name="TextBox 7">
              <a:extLst>
                <a:ext uri="{FF2B5EF4-FFF2-40B4-BE49-F238E27FC236}">
                  <a16:creationId xmlns:a16="http://schemas.microsoft.com/office/drawing/2014/main" id="{ACFE439D-2B76-4C6F-B7DE-73CFC6083D35}"/>
                </a:ext>
              </a:extLst>
            </p:cNvPr>
            <p:cNvSpPr txBox="1"/>
            <p:nvPr/>
          </p:nvSpPr>
          <p:spPr>
            <a:xfrm>
              <a:off x="0" y="-28575"/>
              <a:ext cx="3430332" cy="2850109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42" name="TextBox 24">
            <a:extLst>
              <a:ext uri="{FF2B5EF4-FFF2-40B4-BE49-F238E27FC236}">
                <a16:creationId xmlns:a16="http://schemas.microsoft.com/office/drawing/2014/main" id="{088E344F-1DCB-4CC4-9004-46FBB2D788E9}"/>
              </a:ext>
            </a:extLst>
          </p:cNvPr>
          <p:cNvSpPr txBox="1"/>
          <p:nvPr/>
        </p:nvSpPr>
        <p:spPr>
          <a:xfrm>
            <a:off x="12133511" y="3833288"/>
            <a:ext cx="5205273" cy="27135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Unidade</a:t>
            </a:r>
            <a:r>
              <a:rPr lang="en-US" sz="2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Primária</a:t>
            </a:r>
            <a:r>
              <a:rPr lang="en-US" sz="2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Amostragem</a:t>
            </a:r>
            <a:r>
              <a:rPr lang="en-US" sz="2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(UPA)</a:t>
            </a: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Número</a:t>
            </a:r>
            <a:r>
              <a:rPr lang="en-US" sz="2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seleção</a:t>
            </a:r>
            <a:r>
              <a:rPr lang="en-US" sz="2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do </a:t>
            </a:r>
            <a:r>
              <a:rPr lang="en-US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domicílio</a:t>
            </a:r>
            <a:endParaRPr lang="en-US" sz="20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Grupo de </a:t>
            </a:r>
            <a:r>
              <a:rPr lang="en-US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amostra</a:t>
            </a:r>
            <a:endParaRPr lang="en-US" sz="20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Estrato</a:t>
            </a:r>
            <a:endParaRPr lang="en-US" sz="20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Sexo</a:t>
            </a:r>
            <a:endParaRPr lang="en-US" sz="20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Dia</a:t>
            </a:r>
            <a:r>
              <a:rPr lang="en-US" sz="2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mês</a:t>
            </a:r>
            <a:r>
              <a:rPr lang="en-US" sz="2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e </a:t>
            </a:r>
            <a:r>
              <a:rPr lang="en-US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ano</a:t>
            </a:r>
            <a:r>
              <a:rPr lang="en-US" sz="2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nascimento</a:t>
            </a:r>
            <a:endParaRPr lang="en-US" sz="20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C92041F7-B0B1-4516-A9D1-D0D58CF6A88E}"/>
              </a:ext>
            </a:extLst>
          </p:cNvPr>
          <p:cNvGrpSpPr/>
          <p:nvPr/>
        </p:nvGrpSpPr>
        <p:grpSpPr>
          <a:xfrm>
            <a:off x="1228581" y="2214194"/>
            <a:ext cx="267552" cy="6205906"/>
            <a:chOff x="1228581" y="2214194"/>
            <a:chExt cx="267552" cy="6205906"/>
          </a:xfrm>
        </p:grpSpPr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0E0EC636-E2DC-4D55-A6E6-1DF457808A32}"/>
                </a:ext>
              </a:extLst>
            </p:cNvPr>
            <p:cNvCxnSpPr>
              <a:cxnSpLocks/>
            </p:cNvCxnSpPr>
            <p:nvPr/>
          </p:nvCxnSpPr>
          <p:spPr>
            <a:xfrm>
              <a:off x="1361931" y="2214194"/>
              <a:ext cx="0" cy="620590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86FD20D5-FA3C-4736-8CB8-ADC4A89C34C9}"/>
                </a:ext>
              </a:extLst>
            </p:cNvPr>
            <p:cNvSpPr/>
            <p:nvPr/>
          </p:nvSpPr>
          <p:spPr>
            <a:xfrm>
              <a:off x="1228581" y="2672254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A0A528DD-E371-4233-9CCC-FA267044A080}"/>
                </a:ext>
              </a:extLst>
            </p:cNvPr>
            <p:cNvSpPr/>
            <p:nvPr/>
          </p:nvSpPr>
          <p:spPr>
            <a:xfrm>
              <a:off x="1228581" y="3766565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D1933F96-0D5A-4314-8EFF-0987BBFEB03F}"/>
                </a:ext>
              </a:extLst>
            </p:cNvPr>
            <p:cNvSpPr/>
            <p:nvPr/>
          </p:nvSpPr>
          <p:spPr>
            <a:xfrm>
              <a:off x="1228581" y="4860877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F13B816A-6A2B-46BF-B98B-A4C5420C2ED0}"/>
                </a:ext>
              </a:extLst>
            </p:cNvPr>
            <p:cNvSpPr/>
            <p:nvPr/>
          </p:nvSpPr>
          <p:spPr>
            <a:xfrm>
              <a:off x="1229433" y="5955189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566667E9-8E8A-4BD8-B0BF-CDC3A51F79E0}"/>
                </a:ext>
              </a:extLst>
            </p:cNvPr>
            <p:cNvSpPr/>
            <p:nvPr/>
          </p:nvSpPr>
          <p:spPr>
            <a:xfrm>
              <a:off x="1228581" y="7049051"/>
              <a:ext cx="266700" cy="267701"/>
            </a:xfrm>
            <a:prstGeom prst="ellipse">
              <a:avLst/>
            </a:prstGeom>
            <a:solidFill>
              <a:srgbClr val="FAB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9" name="TextBox 20">
            <a:extLst>
              <a:ext uri="{FF2B5EF4-FFF2-40B4-BE49-F238E27FC236}">
                <a16:creationId xmlns:a16="http://schemas.microsoft.com/office/drawing/2014/main" id="{C340A71A-C76D-4871-B01F-3E4D798A8515}"/>
              </a:ext>
            </a:extLst>
          </p:cNvPr>
          <p:cNvSpPr txBox="1"/>
          <p:nvPr/>
        </p:nvSpPr>
        <p:spPr>
          <a:xfrm>
            <a:off x="2874258" y="4824093"/>
            <a:ext cx="756514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Acompanhamento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do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indivíduo</a:t>
            </a:r>
            <a:endParaRPr lang="en-US" sz="40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cxnSp>
        <p:nvCxnSpPr>
          <p:cNvPr id="51" name="Conector de Seta Reta 58">
            <a:extLst>
              <a:ext uri="{FF2B5EF4-FFF2-40B4-BE49-F238E27FC236}">
                <a16:creationId xmlns:a16="http://schemas.microsoft.com/office/drawing/2014/main" id="{F00DB9EF-6A42-491E-90AA-12AE49839A37}"/>
              </a:ext>
            </a:extLst>
          </p:cNvPr>
          <p:cNvCxnSpPr>
            <a:cxnSpLocks/>
          </p:cNvCxnSpPr>
          <p:nvPr/>
        </p:nvCxnSpPr>
        <p:spPr>
          <a:xfrm>
            <a:off x="10591800" y="49911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594A244-806B-4EC2-8449-48C6573110F3}"/>
              </a:ext>
            </a:extLst>
          </p:cNvPr>
          <p:cNvSpPr txBox="1"/>
          <p:nvPr/>
        </p:nvSpPr>
        <p:spPr>
          <a:xfrm>
            <a:off x="17543393" y="9421523"/>
            <a:ext cx="384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56983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97409" y="3677535"/>
            <a:ext cx="5378789" cy="2931930"/>
            <a:chOff x="0" y="0"/>
            <a:chExt cx="3430332" cy="28215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30332" cy="2821534"/>
            </a:xfrm>
            <a:custGeom>
              <a:avLst/>
              <a:gdLst/>
              <a:ahLst/>
              <a:cxnLst/>
              <a:rect l="l" t="t" r="r" b="b"/>
              <a:pathLst>
                <a:path w="3430332" h="2821534">
                  <a:moveTo>
                    <a:pt x="17922" y="0"/>
                  </a:moveTo>
                  <a:lnTo>
                    <a:pt x="3412410" y="0"/>
                  </a:lnTo>
                  <a:cubicBezTo>
                    <a:pt x="3417163" y="0"/>
                    <a:pt x="3421722" y="1888"/>
                    <a:pt x="3425082" y="5249"/>
                  </a:cubicBezTo>
                  <a:cubicBezTo>
                    <a:pt x="3428443" y="8610"/>
                    <a:pt x="3430332" y="13169"/>
                    <a:pt x="3430332" y="17922"/>
                  </a:cubicBezTo>
                  <a:lnTo>
                    <a:pt x="3430332" y="2803613"/>
                  </a:lnTo>
                  <a:cubicBezTo>
                    <a:pt x="3430332" y="2808366"/>
                    <a:pt x="3428443" y="2812924"/>
                    <a:pt x="3425082" y="2816285"/>
                  </a:cubicBezTo>
                  <a:cubicBezTo>
                    <a:pt x="3421722" y="2819646"/>
                    <a:pt x="3417163" y="2821534"/>
                    <a:pt x="3412410" y="2821534"/>
                  </a:cubicBezTo>
                  <a:lnTo>
                    <a:pt x="17922" y="2821534"/>
                  </a:lnTo>
                  <a:cubicBezTo>
                    <a:pt x="13169" y="2821534"/>
                    <a:pt x="8610" y="2819646"/>
                    <a:pt x="5249" y="2816285"/>
                  </a:cubicBezTo>
                  <a:cubicBezTo>
                    <a:pt x="1888" y="2812924"/>
                    <a:pt x="0" y="2808366"/>
                    <a:pt x="0" y="2803613"/>
                  </a:cubicBezTo>
                  <a:lnTo>
                    <a:pt x="0" y="17922"/>
                  </a:lnTo>
                  <a:cubicBezTo>
                    <a:pt x="0" y="13169"/>
                    <a:pt x="1888" y="8610"/>
                    <a:pt x="5249" y="5249"/>
                  </a:cubicBezTo>
                  <a:cubicBezTo>
                    <a:pt x="8610" y="1888"/>
                    <a:pt x="13169" y="0"/>
                    <a:pt x="1792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30332" cy="2850109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12341" y="1384282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Método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874259" y="2665999"/>
            <a:ext cx="6971966" cy="47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PNAD </a:t>
            </a: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Contínua</a:t>
            </a: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 (IBGE)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133511" y="3833288"/>
            <a:ext cx="5205273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Unidade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Primária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Amostragem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(UPA)</a:t>
            </a: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Número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seleção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do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domicílio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Grupo de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amostra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Estrato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Sexo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Dia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mês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ano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nascimento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28A9C3D5-AE3C-4FC6-99E4-86752FEB02E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6" y="2419677"/>
            <a:ext cx="811874" cy="811874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9F2D0085-5DDE-48CF-9F33-4AEB08DFF50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5" y="3466129"/>
            <a:ext cx="811875" cy="811875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5DBDECBC-FFAF-434B-9090-033988C4236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3" y="4512582"/>
            <a:ext cx="811875" cy="811875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146B6258-F98E-45EB-8346-81AB09931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5933" y="5598874"/>
            <a:ext cx="811875" cy="811875"/>
          </a:xfrm>
          <a:prstGeom prst="rect">
            <a:avLst/>
          </a:prstGeom>
        </p:spPr>
      </p:pic>
      <p:sp>
        <p:nvSpPr>
          <p:cNvPr id="42" name="TextBox 20">
            <a:extLst>
              <a:ext uri="{FF2B5EF4-FFF2-40B4-BE49-F238E27FC236}">
                <a16:creationId xmlns:a16="http://schemas.microsoft.com/office/drawing/2014/main" id="{F244AF74-B78A-4F9A-9789-0BBDC49C65E6}"/>
              </a:ext>
            </a:extLst>
          </p:cNvPr>
          <p:cNvSpPr txBox="1"/>
          <p:nvPr/>
        </p:nvSpPr>
        <p:spPr>
          <a:xfrm>
            <a:off x="2874259" y="5903140"/>
            <a:ext cx="9143729" cy="464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Tratamento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da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variável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trabalho</a:t>
            </a:r>
            <a:endParaRPr lang="en-US" sz="40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aphicFrame>
        <p:nvGraphicFramePr>
          <p:cNvPr id="34" name="Tabela 34">
            <a:extLst>
              <a:ext uri="{FF2B5EF4-FFF2-40B4-BE49-F238E27FC236}">
                <a16:creationId xmlns:a16="http://schemas.microsoft.com/office/drawing/2014/main" id="{21BEC368-8FC9-4E0F-AA7C-0C57CC5D8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175882"/>
              </p:ext>
            </p:extLst>
          </p:nvPr>
        </p:nvGraphicFramePr>
        <p:xfrm>
          <a:off x="9144000" y="6941801"/>
          <a:ext cx="899133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665">
                  <a:extLst>
                    <a:ext uri="{9D8B030D-6E8A-4147-A177-3AD203B41FA5}">
                      <a16:colId xmlns:a16="http://schemas.microsoft.com/office/drawing/2014/main" val="2701242794"/>
                    </a:ext>
                  </a:extLst>
                </a:gridCol>
                <a:gridCol w="4495665">
                  <a:extLst>
                    <a:ext uri="{9D8B030D-6E8A-4147-A177-3AD203B41FA5}">
                      <a16:colId xmlns:a16="http://schemas.microsoft.com/office/drawing/2014/main" val="65335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rgbClr val="001456"/>
                          </a:solidFill>
                          <a:latin typeface="Open Sauce" panose="020B0604020202020204" charset="0"/>
                        </a:rPr>
                        <a:t>Empregado do setor privado e trabalhador doméstico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0" dirty="0">
                          <a:solidFill>
                            <a:srgbClr val="001456"/>
                          </a:solidFill>
                          <a:latin typeface="Open Sauce" panose="020B0604020202020204" charset="0"/>
                        </a:rPr>
                        <a:t>Empregado do setor privado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16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rgbClr val="001456"/>
                          </a:solidFill>
                          <a:latin typeface="Open Sauce" panose="020B0604020202020204" charset="0"/>
                        </a:rPr>
                        <a:t>Trabalhador por conta própria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0" dirty="0">
                          <a:solidFill>
                            <a:srgbClr val="001456"/>
                          </a:solidFill>
                          <a:latin typeface="Open Sauce" panose="020B0604020202020204" charset="0"/>
                        </a:rPr>
                        <a:t>Trabalhador por conta própria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13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rgbClr val="001456"/>
                          </a:solidFill>
                          <a:latin typeface="Open Sauce" panose="020B0604020202020204" charset="0"/>
                        </a:rPr>
                        <a:t>Fora da força de trabalho ou desocupado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0" dirty="0">
                          <a:solidFill>
                            <a:srgbClr val="001456"/>
                          </a:solidFill>
                          <a:latin typeface="Open Sauce" panose="020B0604020202020204" charset="0"/>
                        </a:rPr>
                        <a:t>Fora da força de trabalho ou desocupado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839000"/>
                  </a:ext>
                </a:extLst>
              </a:tr>
            </a:tbl>
          </a:graphicData>
        </a:graphic>
      </p:graphicFrame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6D11308C-B8E7-4672-9463-8E897570C349}"/>
              </a:ext>
            </a:extLst>
          </p:cNvPr>
          <p:cNvCxnSpPr>
            <a:cxnSpLocks/>
          </p:cNvCxnSpPr>
          <p:nvPr/>
        </p:nvCxnSpPr>
        <p:spPr>
          <a:xfrm>
            <a:off x="12877800" y="7277100"/>
            <a:ext cx="6858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7AA15DFF-B987-41B0-8B83-D4F40C529DE0}"/>
              </a:ext>
            </a:extLst>
          </p:cNvPr>
          <p:cNvCxnSpPr>
            <a:cxnSpLocks/>
          </p:cNvCxnSpPr>
          <p:nvPr/>
        </p:nvCxnSpPr>
        <p:spPr>
          <a:xfrm>
            <a:off x="12877800" y="7734300"/>
            <a:ext cx="6858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0F979543-71E0-42FB-B7D2-A3D8D39BE0B9}"/>
              </a:ext>
            </a:extLst>
          </p:cNvPr>
          <p:cNvCxnSpPr>
            <a:cxnSpLocks/>
          </p:cNvCxnSpPr>
          <p:nvPr/>
        </p:nvCxnSpPr>
        <p:spPr>
          <a:xfrm>
            <a:off x="12877800" y="8191500"/>
            <a:ext cx="6858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C1F89868-E0A1-4325-B09E-BF154520F994}"/>
              </a:ext>
            </a:extLst>
          </p:cNvPr>
          <p:cNvCxnSpPr>
            <a:cxnSpLocks/>
          </p:cNvCxnSpPr>
          <p:nvPr/>
        </p:nvCxnSpPr>
        <p:spPr>
          <a:xfrm>
            <a:off x="10439400" y="6364073"/>
            <a:ext cx="0" cy="49078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51A074D1-E72E-4E1F-9E74-20957C1ACDF3}"/>
              </a:ext>
            </a:extLst>
          </p:cNvPr>
          <p:cNvGrpSpPr/>
          <p:nvPr/>
        </p:nvGrpSpPr>
        <p:grpSpPr>
          <a:xfrm>
            <a:off x="1228581" y="2214194"/>
            <a:ext cx="267552" cy="6205906"/>
            <a:chOff x="1228581" y="2214194"/>
            <a:chExt cx="267552" cy="6205906"/>
          </a:xfrm>
        </p:grpSpPr>
        <p:cxnSp>
          <p:nvCxnSpPr>
            <p:cNvPr id="54" name="Conector de Seta Reta 53">
              <a:extLst>
                <a:ext uri="{FF2B5EF4-FFF2-40B4-BE49-F238E27FC236}">
                  <a16:creationId xmlns:a16="http://schemas.microsoft.com/office/drawing/2014/main" id="{C3BD1034-0BF7-473D-89EE-E154315500A7}"/>
                </a:ext>
              </a:extLst>
            </p:cNvPr>
            <p:cNvCxnSpPr>
              <a:cxnSpLocks/>
            </p:cNvCxnSpPr>
            <p:nvPr/>
          </p:nvCxnSpPr>
          <p:spPr>
            <a:xfrm>
              <a:off x="1361931" y="2214194"/>
              <a:ext cx="0" cy="620590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D6ED7511-1C09-4414-B573-AD235860CC5F}"/>
                </a:ext>
              </a:extLst>
            </p:cNvPr>
            <p:cNvSpPr/>
            <p:nvPr/>
          </p:nvSpPr>
          <p:spPr>
            <a:xfrm>
              <a:off x="1228581" y="2672254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FD97B04-EE36-4349-B674-A3163199DA3B}"/>
                </a:ext>
              </a:extLst>
            </p:cNvPr>
            <p:cNvSpPr/>
            <p:nvPr/>
          </p:nvSpPr>
          <p:spPr>
            <a:xfrm>
              <a:off x="1228581" y="3766565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476590C4-D95C-4F6D-9B2D-A91D873444FB}"/>
                </a:ext>
              </a:extLst>
            </p:cNvPr>
            <p:cNvSpPr/>
            <p:nvPr/>
          </p:nvSpPr>
          <p:spPr>
            <a:xfrm>
              <a:off x="1228581" y="4860877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C6ACEA51-E036-427D-B954-71082BA0DBC0}"/>
                </a:ext>
              </a:extLst>
            </p:cNvPr>
            <p:cNvSpPr/>
            <p:nvPr/>
          </p:nvSpPr>
          <p:spPr>
            <a:xfrm>
              <a:off x="1229433" y="5955189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8EFEF5F6-C6C0-4286-A659-0970FAFDBD34}"/>
                </a:ext>
              </a:extLst>
            </p:cNvPr>
            <p:cNvSpPr/>
            <p:nvPr/>
          </p:nvSpPr>
          <p:spPr>
            <a:xfrm>
              <a:off x="1228581" y="7049051"/>
              <a:ext cx="266700" cy="267701"/>
            </a:xfrm>
            <a:prstGeom prst="ellipse">
              <a:avLst/>
            </a:prstGeom>
            <a:solidFill>
              <a:srgbClr val="FAB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5" name="TextBox 20">
            <a:extLst>
              <a:ext uri="{FF2B5EF4-FFF2-40B4-BE49-F238E27FC236}">
                <a16:creationId xmlns:a16="http://schemas.microsoft.com/office/drawing/2014/main" id="{2B2F7AB0-2FAD-4236-9B18-79A351C52AD3}"/>
              </a:ext>
            </a:extLst>
          </p:cNvPr>
          <p:cNvSpPr txBox="1"/>
          <p:nvPr/>
        </p:nvSpPr>
        <p:spPr>
          <a:xfrm>
            <a:off x="2896074" y="3721190"/>
            <a:ext cx="6971966" cy="47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2023 à 2024</a:t>
            </a:r>
          </a:p>
        </p:txBody>
      </p:sp>
      <p:sp>
        <p:nvSpPr>
          <p:cNvPr id="47" name="TextBox 20">
            <a:extLst>
              <a:ext uri="{FF2B5EF4-FFF2-40B4-BE49-F238E27FC236}">
                <a16:creationId xmlns:a16="http://schemas.microsoft.com/office/drawing/2014/main" id="{C340A71A-C76D-4871-B01F-3E4D798A8515}"/>
              </a:ext>
            </a:extLst>
          </p:cNvPr>
          <p:cNvSpPr txBox="1"/>
          <p:nvPr/>
        </p:nvSpPr>
        <p:spPr>
          <a:xfrm>
            <a:off x="2874258" y="4824093"/>
            <a:ext cx="756514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Acompanhamento</a:t>
            </a: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do </a:t>
            </a: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indivíduo</a:t>
            </a:r>
            <a:endParaRPr lang="en-US" sz="4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cxnSp>
        <p:nvCxnSpPr>
          <p:cNvPr id="50" name="Conector de Seta Reta 58">
            <a:extLst>
              <a:ext uri="{FF2B5EF4-FFF2-40B4-BE49-F238E27FC236}">
                <a16:creationId xmlns:a16="http://schemas.microsoft.com/office/drawing/2014/main" id="{F00DB9EF-6A42-491E-90AA-12AE49839A37}"/>
              </a:ext>
            </a:extLst>
          </p:cNvPr>
          <p:cNvCxnSpPr>
            <a:cxnSpLocks/>
          </p:cNvCxnSpPr>
          <p:nvPr/>
        </p:nvCxnSpPr>
        <p:spPr>
          <a:xfrm>
            <a:off x="10591800" y="4991100"/>
            <a:ext cx="1143000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B0C4F721-C375-42EB-BB09-2172CDA4182C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4194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97409" y="3677535"/>
            <a:ext cx="5378789" cy="2931930"/>
            <a:chOff x="0" y="0"/>
            <a:chExt cx="3430332" cy="28215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30332" cy="2821534"/>
            </a:xfrm>
            <a:custGeom>
              <a:avLst/>
              <a:gdLst/>
              <a:ahLst/>
              <a:cxnLst/>
              <a:rect l="l" t="t" r="r" b="b"/>
              <a:pathLst>
                <a:path w="3430332" h="2821534">
                  <a:moveTo>
                    <a:pt x="17922" y="0"/>
                  </a:moveTo>
                  <a:lnTo>
                    <a:pt x="3412410" y="0"/>
                  </a:lnTo>
                  <a:cubicBezTo>
                    <a:pt x="3417163" y="0"/>
                    <a:pt x="3421722" y="1888"/>
                    <a:pt x="3425082" y="5249"/>
                  </a:cubicBezTo>
                  <a:cubicBezTo>
                    <a:pt x="3428443" y="8610"/>
                    <a:pt x="3430332" y="13169"/>
                    <a:pt x="3430332" y="17922"/>
                  </a:cubicBezTo>
                  <a:lnTo>
                    <a:pt x="3430332" y="2803613"/>
                  </a:lnTo>
                  <a:cubicBezTo>
                    <a:pt x="3430332" y="2808366"/>
                    <a:pt x="3428443" y="2812924"/>
                    <a:pt x="3425082" y="2816285"/>
                  </a:cubicBezTo>
                  <a:cubicBezTo>
                    <a:pt x="3421722" y="2819646"/>
                    <a:pt x="3417163" y="2821534"/>
                    <a:pt x="3412410" y="2821534"/>
                  </a:cubicBezTo>
                  <a:lnTo>
                    <a:pt x="17922" y="2821534"/>
                  </a:lnTo>
                  <a:cubicBezTo>
                    <a:pt x="13169" y="2821534"/>
                    <a:pt x="8610" y="2819646"/>
                    <a:pt x="5249" y="2816285"/>
                  </a:cubicBezTo>
                  <a:cubicBezTo>
                    <a:pt x="1888" y="2812924"/>
                    <a:pt x="0" y="2808366"/>
                    <a:pt x="0" y="2803613"/>
                  </a:cubicBezTo>
                  <a:lnTo>
                    <a:pt x="0" y="17922"/>
                  </a:lnTo>
                  <a:cubicBezTo>
                    <a:pt x="0" y="13169"/>
                    <a:pt x="1888" y="8610"/>
                    <a:pt x="5249" y="5249"/>
                  </a:cubicBezTo>
                  <a:cubicBezTo>
                    <a:pt x="8610" y="1888"/>
                    <a:pt x="13169" y="0"/>
                    <a:pt x="1792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30332" cy="2850109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12341" y="1384282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Método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874259" y="2665999"/>
            <a:ext cx="6971966" cy="47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PNAD </a:t>
            </a: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Contínua</a:t>
            </a: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 (IBGE)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133511" y="3833288"/>
            <a:ext cx="5205273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Unidade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Primária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Amostragem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(UPA)</a:t>
            </a: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Número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seleção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do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domicílio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Grupo de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amostra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Estrato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Sexo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Dia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mês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ano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nascimento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28A9C3D5-AE3C-4FC6-99E4-86752FEB02E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6" y="2419677"/>
            <a:ext cx="811874" cy="811874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9F2D0085-5DDE-48CF-9F33-4AEB08DFF50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5" y="3466129"/>
            <a:ext cx="811875" cy="811875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5DBDECBC-FFAF-434B-9090-033988C4236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3" y="4512582"/>
            <a:ext cx="811875" cy="811875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146B6258-F98E-45EB-8346-81AB099316D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3" y="5598874"/>
            <a:ext cx="811875" cy="811875"/>
          </a:xfrm>
          <a:prstGeom prst="rect">
            <a:avLst/>
          </a:prstGeom>
        </p:spPr>
      </p:pic>
      <p:sp>
        <p:nvSpPr>
          <p:cNvPr id="42" name="TextBox 20">
            <a:extLst>
              <a:ext uri="{FF2B5EF4-FFF2-40B4-BE49-F238E27FC236}">
                <a16:creationId xmlns:a16="http://schemas.microsoft.com/office/drawing/2014/main" id="{F244AF74-B78A-4F9A-9789-0BBDC49C65E6}"/>
              </a:ext>
            </a:extLst>
          </p:cNvPr>
          <p:cNvSpPr txBox="1"/>
          <p:nvPr/>
        </p:nvSpPr>
        <p:spPr>
          <a:xfrm>
            <a:off x="2874259" y="5903140"/>
            <a:ext cx="9143729" cy="464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Tratamento</a:t>
            </a: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da </a:t>
            </a: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variável</a:t>
            </a: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trabalho</a:t>
            </a:r>
            <a:endParaRPr lang="en-US" sz="4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aphicFrame>
        <p:nvGraphicFramePr>
          <p:cNvPr id="34" name="Tabela 34">
            <a:extLst>
              <a:ext uri="{FF2B5EF4-FFF2-40B4-BE49-F238E27FC236}">
                <a16:creationId xmlns:a16="http://schemas.microsoft.com/office/drawing/2014/main" id="{21BEC368-8FC9-4E0F-AA7C-0C57CC5D8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721635"/>
              </p:ext>
            </p:extLst>
          </p:nvPr>
        </p:nvGraphicFramePr>
        <p:xfrm>
          <a:off x="9144000" y="6941801"/>
          <a:ext cx="899133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665">
                  <a:extLst>
                    <a:ext uri="{9D8B030D-6E8A-4147-A177-3AD203B41FA5}">
                      <a16:colId xmlns:a16="http://schemas.microsoft.com/office/drawing/2014/main" val="2701242794"/>
                    </a:ext>
                  </a:extLst>
                </a:gridCol>
                <a:gridCol w="4495665">
                  <a:extLst>
                    <a:ext uri="{9D8B030D-6E8A-4147-A177-3AD203B41FA5}">
                      <a16:colId xmlns:a16="http://schemas.microsoft.com/office/drawing/2014/main" val="65335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Open Sauce" panose="020B0604020202020204" charset="0"/>
                        </a:rPr>
                        <a:t>Empregado do setor privado e trabalhador doméstico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Open Sauce" panose="020B0604020202020204" charset="0"/>
                        </a:rPr>
                        <a:t>Empregado do setor privado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16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Open Sauce" panose="020B0604020202020204" charset="0"/>
                        </a:rPr>
                        <a:t>Trabalhador por conta própria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Open Sauce" panose="020B0604020202020204" charset="0"/>
                        </a:rPr>
                        <a:t>Trabalhador por conta própria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13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Open Sauce" panose="020B0604020202020204" charset="0"/>
                        </a:rPr>
                        <a:t>Fora da força de trabalho ou desocupado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Open Sauce" panose="020B0604020202020204" charset="0"/>
                        </a:rPr>
                        <a:t>Fora da força de trabalho ou desocupado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839000"/>
                  </a:ext>
                </a:extLst>
              </a:tr>
            </a:tbl>
          </a:graphicData>
        </a:graphic>
      </p:graphicFrame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6D11308C-B8E7-4672-9463-8E897570C349}"/>
              </a:ext>
            </a:extLst>
          </p:cNvPr>
          <p:cNvCxnSpPr>
            <a:cxnSpLocks/>
          </p:cNvCxnSpPr>
          <p:nvPr/>
        </p:nvCxnSpPr>
        <p:spPr>
          <a:xfrm>
            <a:off x="12877800" y="7277100"/>
            <a:ext cx="685800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7AA15DFF-B987-41B0-8B83-D4F40C529DE0}"/>
              </a:ext>
            </a:extLst>
          </p:cNvPr>
          <p:cNvCxnSpPr>
            <a:cxnSpLocks/>
          </p:cNvCxnSpPr>
          <p:nvPr/>
        </p:nvCxnSpPr>
        <p:spPr>
          <a:xfrm>
            <a:off x="12877800" y="7734300"/>
            <a:ext cx="685800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0F979543-71E0-42FB-B7D2-A3D8D39BE0B9}"/>
              </a:ext>
            </a:extLst>
          </p:cNvPr>
          <p:cNvCxnSpPr>
            <a:cxnSpLocks/>
          </p:cNvCxnSpPr>
          <p:nvPr/>
        </p:nvCxnSpPr>
        <p:spPr>
          <a:xfrm>
            <a:off x="12877800" y="8191500"/>
            <a:ext cx="685800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C1F89868-E0A1-4325-B09E-BF154520F994}"/>
              </a:ext>
            </a:extLst>
          </p:cNvPr>
          <p:cNvCxnSpPr>
            <a:cxnSpLocks/>
          </p:cNvCxnSpPr>
          <p:nvPr/>
        </p:nvCxnSpPr>
        <p:spPr>
          <a:xfrm>
            <a:off x="10439400" y="6364073"/>
            <a:ext cx="0" cy="49078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51A074D1-E72E-4E1F-9E74-20957C1ACDF3}"/>
              </a:ext>
            </a:extLst>
          </p:cNvPr>
          <p:cNvGrpSpPr/>
          <p:nvPr/>
        </p:nvGrpSpPr>
        <p:grpSpPr>
          <a:xfrm>
            <a:off x="1228581" y="2214194"/>
            <a:ext cx="267552" cy="6205906"/>
            <a:chOff x="1228581" y="2214194"/>
            <a:chExt cx="267552" cy="6205906"/>
          </a:xfrm>
        </p:grpSpPr>
        <p:cxnSp>
          <p:nvCxnSpPr>
            <p:cNvPr id="54" name="Conector de Seta Reta 53">
              <a:extLst>
                <a:ext uri="{FF2B5EF4-FFF2-40B4-BE49-F238E27FC236}">
                  <a16:creationId xmlns:a16="http://schemas.microsoft.com/office/drawing/2014/main" id="{C3BD1034-0BF7-473D-89EE-E154315500A7}"/>
                </a:ext>
              </a:extLst>
            </p:cNvPr>
            <p:cNvCxnSpPr>
              <a:cxnSpLocks/>
            </p:cNvCxnSpPr>
            <p:nvPr/>
          </p:nvCxnSpPr>
          <p:spPr>
            <a:xfrm>
              <a:off x="1361931" y="2214194"/>
              <a:ext cx="0" cy="620590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D6ED7511-1C09-4414-B573-AD235860CC5F}"/>
                </a:ext>
              </a:extLst>
            </p:cNvPr>
            <p:cNvSpPr/>
            <p:nvPr/>
          </p:nvSpPr>
          <p:spPr>
            <a:xfrm>
              <a:off x="1228581" y="2672254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EFD97B04-EE36-4349-B674-A3163199DA3B}"/>
                </a:ext>
              </a:extLst>
            </p:cNvPr>
            <p:cNvSpPr/>
            <p:nvPr/>
          </p:nvSpPr>
          <p:spPr>
            <a:xfrm>
              <a:off x="1228581" y="3766565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476590C4-D95C-4F6D-9B2D-A91D873444FB}"/>
                </a:ext>
              </a:extLst>
            </p:cNvPr>
            <p:cNvSpPr/>
            <p:nvPr/>
          </p:nvSpPr>
          <p:spPr>
            <a:xfrm>
              <a:off x="1228581" y="4860877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C6ACEA51-E036-427D-B954-71082BA0DBC0}"/>
                </a:ext>
              </a:extLst>
            </p:cNvPr>
            <p:cNvSpPr/>
            <p:nvPr/>
          </p:nvSpPr>
          <p:spPr>
            <a:xfrm>
              <a:off x="1229433" y="5955189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8EFEF5F6-C6C0-4286-A659-0970FAFDBD34}"/>
                </a:ext>
              </a:extLst>
            </p:cNvPr>
            <p:cNvSpPr/>
            <p:nvPr/>
          </p:nvSpPr>
          <p:spPr>
            <a:xfrm>
              <a:off x="1228581" y="7049051"/>
              <a:ext cx="266700" cy="267701"/>
            </a:xfrm>
            <a:prstGeom prst="ellipse">
              <a:avLst/>
            </a:prstGeom>
            <a:solidFill>
              <a:srgbClr val="FAB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5" name="TextBox 20">
            <a:extLst>
              <a:ext uri="{FF2B5EF4-FFF2-40B4-BE49-F238E27FC236}">
                <a16:creationId xmlns:a16="http://schemas.microsoft.com/office/drawing/2014/main" id="{2B2F7AB0-2FAD-4236-9B18-79A351C52AD3}"/>
              </a:ext>
            </a:extLst>
          </p:cNvPr>
          <p:cNvSpPr txBox="1"/>
          <p:nvPr/>
        </p:nvSpPr>
        <p:spPr>
          <a:xfrm>
            <a:off x="2896074" y="3721190"/>
            <a:ext cx="6971966" cy="47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2023 à 2024</a:t>
            </a:r>
          </a:p>
        </p:txBody>
      </p:sp>
      <p:sp>
        <p:nvSpPr>
          <p:cNvPr id="47" name="TextBox 20">
            <a:extLst>
              <a:ext uri="{FF2B5EF4-FFF2-40B4-BE49-F238E27FC236}">
                <a16:creationId xmlns:a16="http://schemas.microsoft.com/office/drawing/2014/main" id="{C340A71A-C76D-4871-B01F-3E4D798A8515}"/>
              </a:ext>
            </a:extLst>
          </p:cNvPr>
          <p:cNvSpPr txBox="1"/>
          <p:nvPr/>
        </p:nvSpPr>
        <p:spPr>
          <a:xfrm>
            <a:off x="2874258" y="4824093"/>
            <a:ext cx="756514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Acompanhamento</a:t>
            </a: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do </a:t>
            </a: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indivíduo</a:t>
            </a:r>
            <a:endParaRPr lang="en-US" sz="4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cxnSp>
        <p:nvCxnSpPr>
          <p:cNvPr id="50" name="Conector de Seta Reta 58">
            <a:extLst>
              <a:ext uri="{FF2B5EF4-FFF2-40B4-BE49-F238E27FC236}">
                <a16:creationId xmlns:a16="http://schemas.microsoft.com/office/drawing/2014/main" id="{F00DB9EF-6A42-491E-90AA-12AE49839A37}"/>
              </a:ext>
            </a:extLst>
          </p:cNvPr>
          <p:cNvCxnSpPr>
            <a:cxnSpLocks/>
          </p:cNvCxnSpPr>
          <p:nvPr/>
        </p:nvCxnSpPr>
        <p:spPr>
          <a:xfrm>
            <a:off x="10591800" y="4991100"/>
            <a:ext cx="1143000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1" name="Freeform 19">
            <a:extLst>
              <a:ext uri="{FF2B5EF4-FFF2-40B4-BE49-F238E27FC236}">
                <a16:creationId xmlns:a16="http://schemas.microsoft.com/office/drawing/2014/main" id="{EFD81D88-FF68-4753-8E67-98AEBB22F383}"/>
              </a:ext>
            </a:extLst>
          </p:cNvPr>
          <p:cNvSpPr/>
          <p:nvPr/>
        </p:nvSpPr>
        <p:spPr>
          <a:xfrm>
            <a:off x="10429460" y="8789988"/>
            <a:ext cx="2414571" cy="1312759"/>
          </a:xfrm>
          <a:custGeom>
            <a:avLst/>
            <a:gdLst/>
            <a:ahLst/>
            <a:cxnLst/>
            <a:rect l="l" t="t" r="r" b="b"/>
            <a:pathLst>
              <a:path w="890108" h="740242">
                <a:moveTo>
                  <a:pt x="116829" y="0"/>
                </a:moveTo>
                <a:lnTo>
                  <a:pt x="773279" y="0"/>
                </a:lnTo>
                <a:cubicBezTo>
                  <a:pt x="804264" y="0"/>
                  <a:pt x="833980" y="12309"/>
                  <a:pt x="855890" y="34218"/>
                </a:cubicBezTo>
                <a:cubicBezTo>
                  <a:pt x="877799" y="56128"/>
                  <a:pt x="890108" y="85844"/>
                  <a:pt x="890108" y="116829"/>
                </a:cubicBezTo>
                <a:lnTo>
                  <a:pt x="890108" y="623413"/>
                </a:lnTo>
                <a:cubicBezTo>
                  <a:pt x="890108" y="654398"/>
                  <a:pt x="877799" y="684114"/>
                  <a:pt x="855890" y="706023"/>
                </a:cubicBezTo>
                <a:cubicBezTo>
                  <a:pt x="833980" y="727933"/>
                  <a:pt x="804264" y="740242"/>
                  <a:pt x="773279" y="740242"/>
                </a:cubicBezTo>
                <a:lnTo>
                  <a:pt x="116829" y="740242"/>
                </a:lnTo>
                <a:cubicBezTo>
                  <a:pt x="85844" y="740242"/>
                  <a:pt x="56128" y="727933"/>
                  <a:pt x="34218" y="706023"/>
                </a:cubicBezTo>
                <a:cubicBezTo>
                  <a:pt x="12309" y="684114"/>
                  <a:pt x="0" y="654398"/>
                  <a:pt x="0" y="623413"/>
                </a:cubicBezTo>
                <a:lnTo>
                  <a:pt x="0" y="116829"/>
                </a:lnTo>
                <a:cubicBezTo>
                  <a:pt x="0" y="85844"/>
                  <a:pt x="12309" y="56128"/>
                  <a:pt x="34218" y="34218"/>
                </a:cubicBezTo>
                <a:cubicBezTo>
                  <a:pt x="56128" y="12309"/>
                  <a:pt x="85844" y="0"/>
                  <a:pt x="116829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="ctr"/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39.081</a:t>
            </a:r>
          </a:p>
        </p:txBody>
      </p:sp>
      <p:cxnSp>
        <p:nvCxnSpPr>
          <p:cNvPr id="52" name="Conector de Seta Reta 42">
            <a:extLst>
              <a:ext uri="{FF2B5EF4-FFF2-40B4-BE49-F238E27FC236}">
                <a16:creationId xmlns:a16="http://schemas.microsoft.com/office/drawing/2014/main" id="{6D11308C-B8E7-4672-9463-8E897570C349}"/>
              </a:ext>
            </a:extLst>
          </p:cNvPr>
          <p:cNvCxnSpPr>
            <a:cxnSpLocks/>
          </p:cNvCxnSpPr>
          <p:nvPr/>
        </p:nvCxnSpPr>
        <p:spPr>
          <a:xfrm>
            <a:off x="13328513" y="9430504"/>
            <a:ext cx="6858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0" name="Freeform 19">
            <a:extLst>
              <a:ext uri="{FF2B5EF4-FFF2-40B4-BE49-F238E27FC236}">
                <a16:creationId xmlns:a16="http://schemas.microsoft.com/office/drawing/2014/main" id="{EFD81D88-FF68-4753-8E67-98AEBB22F383}"/>
              </a:ext>
            </a:extLst>
          </p:cNvPr>
          <p:cNvSpPr/>
          <p:nvPr/>
        </p:nvSpPr>
        <p:spPr>
          <a:xfrm>
            <a:off x="14498795" y="8789988"/>
            <a:ext cx="2414571" cy="1312759"/>
          </a:xfrm>
          <a:custGeom>
            <a:avLst/>
            <a:gdLst/>
            <a:ahLst/>
            <a:cxnLst/>
            <a:rect l="l" t="t" r="r" b="b"/>
            <a:pathLst>
              <a:path w="890108" h="740242">
                <a:moveTo>
                  <a:pt x="116829" y="0"/>
                </a:moveTo>
                <a:lnTo>
                  <a:pt x="773279" y="0"/>
                </a:lnTo>
                <a:cubicBezTo>
                  <a:pt x="804264" y="0"/>
                  <a:pt x="833980" y="12309"/>
                  <a:pt x="855890" y="34218"/>
                </a:cubicBezTo>
                <a:cubicBezTo>
                  <a:pt x="877799" y="56128"/>
                  <a:pt x="890108" y="85844"/>
                  <a:pt x="890108" y="116829"/>
                </a:cubicBezTo>
                <a:lnTo>
                  <a:pt x="890108" y="623413"/>
                </a:lnTo>
                <a:cubicBezTo>
                  <a:pt x="890108" y="654398"/>
                  <a:pt x="877799" y="684114"/>
                  <a:pt x="855890" y="706023"/>
                </a:cubicBezTo>
                <a:cubicBezTo>
                  <a:pt x="833980" y="727933"/>
                  <a:pt x="804264" y="740242"/>
                  <a:pt x="773279" y="740242"/>
                </a:cubicBezTo>
                <a:lnTo>
                  <a:pt x="116829" y="740242"/>
                </a:lnTo>
                <a:cubicBezTo>
                  <a:pt x="85844" y="740242"/>
                  <a:pt x="56128" y="727933"/>
                  <a:pt x="34218" y="706023"/>
                </a:cubicBezTo>
                <a:cubicBezTo>
                  <a:pt x="12309" y="684114"/>
                  <a:pt x="0" y="654398"/>
                  <a:pt x="0" y="623413"/>
                </a:cubicBezTo>
                <a:lnTo>
                  <a:pt x="0" y="116829"/>
                </a:lnTo>
                <a:cubicBezTo>
                  <a:pt x="0" y="85844"/>
                  <a:pt x="12309" y="56128"/>
                  <a:pt x="34218" y="34218"/>
                </a:cubicBezTo>
                <a:cubicBezTo>
                  <a:pt x="56128" y="12309"/>
                  <a:pt x="85844" y="0"/>
                  <a:pt x="116829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="ctr"/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6.000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8E995D71-E0C0-461E-AA0E-618B410552CB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946690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12341" y="1384282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Método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874259" y="2665999"/>
            <a:ext cx="6971966" cy="47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PNAD </a:t>
            </a: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Contínua</a:t>
            </a: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 (IBGE)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pic>
        <p:nvPicPr>
          <p:cNvPr id="27" name="Imagem 26">
            <a:extLst>
              <a:ext uri="{FF2B5EF4-FFF2-40B4-BE49-F238E27FC236}">
                <a16:creationId xmlns:a16="http://schemas.microsoft.com/office/drawing/2014/main" id="{28A9C3D5-AE3C-4FC6-99E4-86752FEB02E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6" y="2419677"/>
            <a:ext cx="811874" cy="811874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9F2D0085-5DDE-48CF-9F33-4AEB08DFF50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5" y="3466129"/>
            <a:ext cx="811875" cy="811875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5DBDECBC-FFAF-434B-9090-033988C4236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3" y="4512582"/>
            <a:ext cx="811875" cy="811875"/>
          </a:xfrm>
          <a:prstGeom prst="rect">
            <a:avLst/>
          </a:prstGeom>
        </p:spPr>
      </p:pic>
      <p:sp>
        <p:nvSpPr>
          <p:cNvPr id="38" name="TextBox 20">
            <a:extLst>
              <a:ext uri="{FF2B5EF4-FFF2-40B4-BE49-F238E27FC236}">
                <a16:creationId xmlns:a16="http://schemas.microsoft.com/office/drawing/2014/main" id="{C340A71A-C76D-4871-B01F-3E4D798A8515}"/>
              </a:ext>
            </a:extLst>
          </p:cNvPr>
          <p:cNvSpPr txBox="1"/>
          <p:nvPr/>
        </p:nvSpPr>
        <p:spPr>
          <a:xfrm>
            <a:off x="2874258" y="4824093"/>
            <a:ext cx="756514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Acompanhamento</a:t>
            </a: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do </a:t>
            </a: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indivíduo</a:t>
            </a:r>
            <a:endParaRPr lang="en-US" sz="4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146B6258-F98E-45EB-8346-81AB099316D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45933" y="5598874"/>
            <a:ext cx="811875" cy="811875"/>
          </a:xfrm>
          <a:prstGeom prst="rect">
            <a:avLst/>
          </a:prstGeom>
        </p:spPr>
      </p:pic>
      <p:sp>
        <p:nvSpPr>
          <p:cNvPr id="42" name="TextBox 20">
            <a:extLst>
              <a:ext uri="{FF2B5EF4-FFF2-40B4-BE49-F238E27FC236}">
                <a16:creationId xmlns:a16="http://schemas.microsoft.com/office/drawing/2014/main" id="{F244AF74-B78A-4F9A-9789-0BBDC49C65E6}"/>
              </a:ext>
            </a:extLst>
          </p:cNvPr>
          <p:cNvSpPr txBox="1"/>
          <p:nvPr/>
        </p:nvSpPr>
        <p:spPr>
          <a:xfrm>
            <a:off x="2874259" y="5903140"/>
            <a:ext cx="9143729" cy="464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Tratamento</a:t>
            </a: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da </a:t>
            </a: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variável</a:t>
            </a: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4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trabalho</a:t>
            </a:r>
            <a:endParaRPr lang="en-US" sz="4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aphicFrame>
        <p:nvGraphicFramePr>
          <p:cNvPr id="34" name="Tabela 34">
            <a:extLst>
              <a:ext uri="{FF2B5EF4-FFF2-40B4-BE49-F238E27FC236}">
                <a16:creationId xmlns:a16="http://schemas.microsoft.com/office/drawing/2014/main" id="{21BEC368-8FC9-4E0F-AA7C-0C57CC5D8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279150"/>
              </p:ext>
            </p:extLst>
          </p:nvPr>
        </p:nvGraphicFramePr>
        <p:xfrm>
          <a:off x="9144000" y="6941801"/>
          <a:ext cx="899133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665">
                  <a:extLst>
                    <a:ext uri="{9D8B030D-6E8A-4147-A177-3AD203B41FA5}">
                      <a16:colId xmlns:a16="http://schemas.microsoft.com/office/drawing/2014/main" val="2701242794"/>
                    </a:ext>
                  </a:extLst>
                </a:gridCol>
                <a:gridCol w="4495665">
                  <a:extLst>
                    <a:ext uri="{9D8B030D-6E8A-4147-A177-3AD203B41FA5}">
                      <a16:colId xmlns:a16="http://schemas.microsoft.com/office/drawing/2014/main" val="65335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Open Sauce" panose="020B0604020202020204" charset="0"/>
                        </a:rPr>
                        <a:t>Empregado do setor privado e trabalhador doméstico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Open Sauce" panose="020B0604020202020204" charset="0"/>
                        </a:rPr>
                        <a:t>Empregado do setor privado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16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Open Sauce" panose="020B0604020202020204" charset="0"/>
                        </a:rPr>
                        <a:t>Trabalhador por conta própria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Open Sauce" panose="020B0604020202020204" charset="0"/>
                        </a:rPr>
                        <a:t>Trabalhador por conta própria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13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Open Sauce" panose="020B0604020202020204" charset="0"/>
                        </a:rPr>
                        <a:t>Fora da força de trabalho ou desocupado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Open Sauce" panose="020B0604020202020204" charset="0"/>
                        </a:rPr>
                        <a:t>Fora da força de trabalho ou desocupado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>
                        <a:alpha val="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839000"/>
                  </a:ext>
                </a:extLst>
              </a:tr>
            </a:tbl>
          </a:graphicData>
        </a:graphic>
      </p:graphicFrame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6D11308C-B8E7-4672-9463-8E897570C349}"/>
              </a:ext>
            </a:extLst>
          </p:cNvPr>
          <p:cNvCxnSpPr>
            <a:cxnSpLocks/>
          </p:cNvCxnSpPr>
          <p:nvPr/>
        </p:nvCxnSpPr>
        <p:spPr>
          <a:xfrm>
            <a:off x="12877800" y="7277100"/>
            <a:ext cx="685800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7AA15DFF-B987-41B0-8B83-D4F40C529DE0}"/>
              </a:ext>
            </a:extLst>
          </p:cNvPr>
          <p:cNvCxnSpPr>
            <a:cxnSpLocks/>
          </p:cNvCxnSpPr>
          <p:nvPr/>
        </p:nvCxnSpPr>
        <p:spPr>
          <a:xfrm>
            <a:off x="12877800" y="7734300"/>
            <a:ext cx="685800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0F979543-71E0-42FB-B7D2-A3D8D39BE0B9}"/>
              </a:ext>
            </a:extLst>
          </p:cNvPr>
          <p:cNvCxnSpPr>
            <a:cxnSpLocks/>
          </p:cNvCxnSpPr>
          <p:nvPr/>
        </p:nvCxnSpPr>
        <p:spPr>
          <a:xfrm>
            <a:off x="12877800" y="8191500"/>
            <a:ext cx="685800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C1F89868-E0A1-4325-B09E-BF154520F994}"/>
              </a:ext>
            </a:extLst>
          </p:cNvPr>
          <p:cNvCxnSpPr>
            <a:cxnSpLocks/>
          </p:cNvCxnSpPr>
          <p:nvPr/>
        </p:nvCxnSpPr>
        <p:spPr>
          <a:xfrm>
            <a:off x="10439400" y="6364073"/>
            <a:ext cx="0" cy="49078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4ED005CE-9FA9-45F6-B368-8C963ADD50AA}"/>
              </a:ext>
            </a:extLst>
          </p:cNvPr>
          <p:cNvGrpSpPr/>
          <p:nvPr/>
        </p:nvGrpSpPr>
        <p:grpSpPr>
          <a:xfrm>
            <a:off x="1228581" y="2214194"/>
            <a:ext cx="267552" cy="6205906"/>
            <a:chOff x="1228581" y="2214194"/>
            <a:chExt cx="267552" cy="6205906"/>
          </a:xfrm>
        </p:grpSpPr>
        <p:cxnSp>
          <p:nvCxnSpPr>
            <p:cNvPr id="36" name="Conector de Seta Reta 35">
              <a:extLst>
                <a:ext uri="{FF2B5EF4-FFF2-40B4-BE49-F238E27FC236}">
                  <a16:creationId xmlns:a16="http://schemas.microsoft.com/office/drawing/2014/main" id="{8B9AB3B2-29FB-41A2-9C99-85BE279FA08D}"/>
                </a:ext>
              </a:extLst>
            </p:cNvPr>
            <p:cNvCxnSpPr>
              <a:cxnSpLocks/>
            </p:cNvCxnSpPr>
            <p:nvPr/>
          </p:nvCxnSpPr>
          <p:spPr>
            <a:xfrm>
              <a:off x="1361931" y="2214194"/>
              <a:ext cx="0" cy="620590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E1F24F6A-4220-4151-843A-B590EBCD9DEE}"/>
                </a:ext>
              </a:extLst>
            </p:cNvPr>
            <p:cNvSpPr/>
            <p:nvPr/>
          </p:nvSpPr>
          <p:spPr>
            <a:xfrm>
              <a:off x="1228581" y="2672254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59883ECA-1451-476E-9A40-BEE10FB0A013}"/>
                </a:ext>
              </a:extLst>
            </p:cNvPr>
            <p:cNvSpPr/>
            <p:nvPr/>
          </p:nvSpPr>
          <p:spPr>
            <a:xfrm>
              <a:off x="1228581" y="3766565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88DF23E7-CE8F-40FF-AFF3-666A9713CF13}"/>
                </a:ext>
              </a:extLst>
            </p:cNvPr>
            <p:cNvSpPr/>
            <p:nvPr/>
          </p:nvSpPr>
          <p:spPr>
            <a:xfrm>
              <a:off x="1228581" y="4860877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D0EC2B58-1E00-4135-A7FD-12709081540F}"/>
                </a:ext>
              </a:extLst>
            </p:cNvPr>
            <p:cNvSpPr/>
            <p:nvPr/>
          </p:nvSpPr>
          <p:spPr>
            <a:xfrm>
              <a:off x="1229433" y="5955189"/>
              <a:ext cx="266700" cy="267701"/>
            </a:xfrm>
            <a:prstGeom prst="ellipse">
              <a:avLst/>
            </a:prstGeom>
            <a:solidFill>
              <a:srgbClr val="4BAC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2A2A45AD-4B60-4AD3-B76A-75A4DD6AC7FE}"/>
                </a:ext>
              </a:extLst>
            </p:cNvPr>
            <p:cNvSpPr/>
            <p:nvPr/>
          </p:nvSpPr>
          <p:spPr>
            <a:xfrm>
              <a:off x="1228581" y="7049051"/>
              <a:ext cx="266700" cy="267701"/>
            </a:xfrm>
            <a:prstGeom prst="ellipse">
              <a:avLst/>
            </a:prstGeom>
            <a:solidFill>
              <a:srgbClr val="FAB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0" name="Imagem 29">
            <a:extLst>
              <a:ext uri="{FF2B5EF4-FFF2-40B4-BE49-F238E27FC236}">
                <a16:creationId xmlns:a16="http://schemas.microsoft.com/office/drawing/2014/main" id="{807AE0F0-D1D2-4BDB-BED9-E4B3B22C4E6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52756" y="6797850"/>
            <a:ext cx="811874" cy="811874"/>
          </a:xfrm>
          <a:prstGeom prst="rect">
            <a:avLst/>
          </a:prstGeom>
        </p:spPr>
      </p:pic>
      <p:sp>
        <p:nvSpPr>
          <p:cNvPr id="47" name="TextBox 20">
            <a:extLst>
              <a:ext uri="{FF2B5EF4-FFF2-40B4-BE49-F238E27FC236}">
                <a16:creationId xmlns:a16="http://schemas.microsoft.com/office/drawing/2014/main" id="{A39BAD3E-7406-42CA-8238-D22EB553B4E7}"/>
              </a:ext>
            </a:extLst>
          </p:cNvPr>
          <p:cNvSpPr txBox="1"/>
          <p:nvPr/>
        </p:nvSpPr>
        <p:spPr>
          <a:xfrm>
            <a:off x="2874258" y="7018738"/>
            <a:ext cx="9143729" cy="464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Análise</a:t>
            </a:r>
            <a:r>
              <a:rPr lang="en-US" sz="40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40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sequência</a:t>
            </a:r>
            <a:endParaRPr lang="en-US" sz="40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E7870425-B20B-4B13-8654-FD3512D5E828}"/>
              </a:ext>
            </a:extLst>
          </p:cNvPr>
          <p:cNvCxnSpPr>
            <a:cxnSpLocks/>
          </p:cNvCxnSpPr>
          <p:nvPr/>
        </p:nvCxnSpPr>
        <p:spPr>
          <a:xfrm>
            <a:off x="2874258" y="7646931"/>
            <a:ext cx="0" cy="157300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" name="TextBox 20">
            <a:extLst>
              <a:ext uri="{FF2B5EF4-FFF2-40B4-BE49-F238E27FC236}">
                <a16:creationId xmlns:a16="http://schemas.microsoft.com/office/drawing/2014/main" id="{323EE6E8-10AE-4DCC-A7C4-68744B272D3C}"/>
              </a:ext>
            </a:extLst>
          </p:cNvPr>
          <p:cNvSpPr txBox="1"/>
          <p:nvPr/>
        </p:nvSpPr>
        <p:spPr>
          <a:xfrm>
            <a:off x="3059809" y="7631581"/>
            <a:ext cx="9143729" cy="428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Codificação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em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sequências</a:t>
            </a:r>
            <a:endParaRPr lang="en-US" sz="28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2" name="TextBox 20">
            <a:extLst>
              <a:ext uri="{FF2B5EF4-FFF2-40B4-BE49-F238E27FC236}">
                <a16:creationId xmlns:a16="http://schemas.microsoft.com/office/drawing/2014/main" id="{D69F6913-CE5F-4349-85DD-C6AB991DE24A}"/>
              </a:ext>
            </a:extLst>
          </p:cNvPr>
          <p:cNvSpPr txBox="1"/>
          <p:nvPr/>
        </p:nvSpPr>
        <p:spPr>
          <a:xfrm>
            <a:off x="3059809" y="8207736"/>
            <a:ext cx="9143729" cy="428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Medição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dissimilaridades</a:t>
            </a:r>
            <a:endParaRPr lang="en-US" sz="28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3" name="TextBox 20">
            <a:extLst>
              <a:ext uri="{FF2B5EF4-FFF2-40B4-BE49-F238E27FC236}">
                <a16:creationId xmlns:a16="http://schemas.microsoft.com/office/drawing/2014/main" id="{4705CB7E-AA26-47F0-A43C-8DC5B54A2459}"/>
              </a:ext>
            </a:extLst>
          </p:cNvPr>
          <p:cNvSpPr txBox="1"/>
          <p:nvPr/>
        </p:nvSpPr>
        <p:spPr>
          <a:xfrm>
            <a:off x="3059809" y="8755765"/>
            <a:ext cx="9143729" cy="428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Redução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dados</a:t>
            </a:r>
          </a:p>
        </p:txBody>
      </p:sp>
      <p:grpSp>
        <p:nvGrpSpPr>
          <p:cNvPr id="55" name="Group 5">
            <a:extLst>
              <a:ext uri="{FF2B5EF4-FFF2-40B4-BE49-F238E27FC236}">
                <a16:creationId xmlns:a16="http://schemas.microsoft.com/office/drawing/2014/main" id="{2BBFC924-BB41-4C8E-9F07-978902FF79E4}"/>
              </a:ext>
            </a:extLst>
          </p:cNvPr>
          <p:cNvGrpSpPr/>
          <p:nvPr/>
        </p:nvGrpSpPr>
        <p:grpSpPr>
          <a:xfrm>
            <a:off x="12097409" y="3677535"/>
            <a:ext cx="5378789" cy="2931930"/>
            <a:chOff x="0" y="0"/>
            <a:chExt cx="3430332" cy="2821534"/>
          </a:xfrm>
        </p:grpSpPr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2A2E212D-DE9F-43AE-ADAD-CCF1C67428B0}"/>
                </a:ext>
              </a:extLst>
            </p:cNvPr>
            <p:cNvSpPr/>
            <p:nvPr/>
          </p:nvSpPr>
          <p:spPr>
            <a:xfrm>
              <a:off x="0" y="0"/>
              <a:ext cx="3430332" cy="2821534"/>
            </a:xfrm>
            <a:custGeom>
              <a:avLst/>
              <a:gdLst/>
              <a:ahLst/>
              <a:cxnLst/>
              <a:rect l="l" t="t" r="r" b="b"/>
              <a:pathLst>
                <a:path w="3430332" h="2821534">
                  <a:moveTo>
                    <a:pt x="17922" y="0"/>
                  </a:moveTo>
                  <a:lnTo>
                    <a:pt x="3412410" y="0"/>
                  </a:lnTo>
                  <a:cubicBezTo>
                    <a:pt x="3417163" y="0"/>
                    <a:pt x="3421722" y="1888"/>
                    <a:pt x="3425082" y="5249"/>
                  </a:cubicBezTo>
                  <a:cubicBezTo>
                    <a:pt x="3428443" y="8610"/>
                    <a:pt x="3430332" y="13169"/>
                    <a:pt x="3430332" y="17922"/>
                  </a:cubicBezTo>
                  <a:lnTo>
                    <a:pt x="3430332" y="2803613"/>
                  </a:lnTo>
                  <a:cubicBezTo>
                    <a:pt x="3430332" y="2808366"/>
                    <a:pt x="3428443" y="2812924"/>
                    <a:pt x="3425082" y="2816285"/>
                  </a:cubicBezTo>
                  <a:cubicBezTo>
                    <a:pt x="3421722" y="2819646"/>
                    <a:pt x="3417163" y="2821534"/>
                    <a:pt x="3412410" y="2821534"/>
                  </a:cubicBezTo>
                  <a:lnTo>
                    <a:pt x="17922" y="2821534"/>
                  </a:lnTo>
                  <a:cubicBezTo>
                    <a:pt x="13169" y="2821534"/>
                    <a:pt x="8610" y="2819646"/>
                    <a:pt x="5249" y="2816285"/>
                  </a:cubicBezTo>
                  <a:cubicBezTo>
                    <a:pt x="1888" y="2812924"/>
                    <a:pt x="0" y="2808366"/>
                    <a:pt x="0" y="2803613"/>
                  </a:cubicBezTo>
                  <a:lnTo>
                    <a:pt x="0" y="17922"/>
                  </a:lnTo>
                  <a:cubicBezTo>
                    <a:pt x="0" y="13169"/>
                    <a:pt x="1888" y="8610"/>
                    <a:pt x="5249" y="5249"/>
                  </a:cubicBezTo>
                  <a:cubicBezTo>
                    <a:pt x="8610" y="1888"/>
                    <a:pt x="13169" y="0"/>
                    <a:pt x="1792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57" name="TextBox 7">
              <a:extLst>
                <a:ext uri="{FF2B5EF4-FFF2-40B4-BE49-F238E27FC236}">
                  <a16:creationId xmlns:a16="http://schemas.microsoft.com/office/drawing/2014/main" id="{9284D530-2C9D-4EB3-A090-A3531711AF43}"/>
                </a:ext>
              </a:extLst>
            </p:cNvPr>
            <p:cNvSpPr txBox="1"/>
            <p:nvPr/>
          </p:nvSpPr>
          <p:spPr>
            <a:xfrm>
              <a:off x="0" y="-28575"/>
              <a:ext cx="3430332" cy="2850109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58" name="TextBox 24">
            <a:extLst>
              <a:ext uri="{FF2B5EF4-FFF2-40B4-BE49-F238E27FC236}">
                <a16:creationId xmlns:a16="http://schemas.microsoft.com/office/drawing/2014/main" id="{F98650A2-EC85-4AF6-8B67-13468A357AEB}"/>
              </a:ext>
            </a:extLst>
          </p:cNvPr>
          <p:cNvSpPr txBox="1"/>
          <p:nvPr/>
        </p:nvSpPr>
        <p:spPr>
          <a:xfrm>
            <a:off x="12133511" y="3833288"/>
            <a:ext cx="5205273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Unidade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Primária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Amostragem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(UPA)</a:t>
            </a: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Número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seleção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do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domicílio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Grupo de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amostra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Estrato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Sexo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18158" lvl="1" indent="-259079" algn="l">
              <a:lnSpc>
                <a:spcPct val="150000"/>
              </a:lnSpc>
              <a:buFont typeface="Arial"/>
              <a:buChar char="•"/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Dia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mês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ano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nascimento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F00DB9EF-6A42-491E-90AA-12AE49839A37}"/>
              </a:ext>
            </a:extLst>
          </p:cNvPr>
          <p:cNvCxnSpPr>
            <a:cxnSpLocks/>
          </p:cNvCxnSpPr>
          <p:nvPr/>
        </p:nvCxnSpPr>
        <p:spPr>
          <a:xfrm>
            <a:off x="10591800" y="4991100"/>
            <a:ext cx="1143000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TextBox 20">
            <a:extLst>
              <a:ext uri="{FF2B5EF4-FFF2-40B4-BE49-F238E27FC236}">
                <a16:creationId xmlns:a16="http://schemas.microsoft.com/office/drawing/2014/main" id="{2B2F7AB0-2FAD-4236-9B18-79A351C52AD3}"/>
              </a:ext>
            </a:extLst>
          </p:cNvPr>
          <p:cNvSpPr txBox="1"/>
          <p:nvPr/>
        </p:nvSpPr>
        <p:spPr>
          <a:xfrm>
            <a:off x="2896074" y="3721190"/>
            <a:ext cx="6971966" cy="47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4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2023 à 2024</a:t>
            </a:r>
          </a:p>
        </p:txBody>
      </p:sp>
      <p:sp>
        <p:nvSpPr>
          <p:cNvPr id="61" name="Freeform 19">
            <a:extLst>
              <a:ext uri="{FF2B5EF4-FFF2-40B4-BE49-F238E27FC236}">
                <a16:creationId xmlns:a16="http://schemas.microsoft.com/office/drawing/2014/main" id="{EFD81D88-FF68-4753-8E67-98AEBB22F383}"/>
              </a:ext>
            </a:extLst>
          </p:cNvPr>
          <p:cNvSpPr/>
          <p:nvPr/>
        </p:nvSpPr>
        <p:spPr>
          <a:xfrm>
            <a:off x="10429460" y="8789988"/>
            <a:ext cx="2414571" cy="1312759"/>
          </a:xfrm>
          <a:custGeom>
            <a:avLst/>
            <a:gdLst/>
            <a:ahLst/>
            <a:cxnLst/>
            <a:rect l="l" t="t" r="r" b="b"/>
            <a:pathLst>
              <a:path w="890108" h="740242">
                <a:moveTo>
                  <a:pt x="116829" y="0"/>
                </a:moveTo>
                <a:lnTo>
                  <a:pt x="773279" y="0"/>
                </a:lnTo>
                <a:cubicBezTo>
                  <a:pt x="804264" y="0"/>
                  <a:pt x="833980" y="12309"/>
                  <a:pt x="855890" y="34218"/>
                </a:cubicBezTo>
                <a:cubicBezTo>
                  <a:pt x="877799" y="56128"/>
                  <a:pt x="890108" y="85844"/>
                  <a:pt x="890108" y="116829"/>
                </a:cubicBezTo>
                <a:lnTo>
                  <a:pt x="890108" y="623413"/>
                </a:lnTo>
                <a:cubicBezTo>
                  <a:pt x="890108" y="654398"/>
                  <a:pt x="877799" y="684114"/>
                  <a:pt x="855890" y="706023"/>
                </a:cubicBezTo>
                <a:cubicBezTo>
                  <a:pt x="833980" y="727933"/>
                  <a:pt x="804264" y="740242"/>
                  <a:pt x="773279" y="740242"/>
                </a:cubicBezTo>
                <a:lnTo>
                  <a:pt x="116829" y="740242"/>
                </a:lnTo>
                <a:cubicBezTo>
                  <a:pt x="85844" y="740242"/>
                  <a:pt x="56128" y="727933"/>
                  <a:pt x="34218" y="706023"/>
                </a:cubicBezTo>
                <a:cubicBezTo>
                  <a:pt x="12309" y="684114"/>
                  <a:pt x="0" y="654398"/>
                  <a:pt x="0" y="623413"/>
                </a:cubicBezTo>
                <a:lnTo>
                  <a:pt x="0" y="116829"/>
                </a:lnTo>
                <a:cubicBezTo>
                  <a:pt x="0" y="85844"/>
                  <a:pt x="12309" y="56128"/>
                  <a:pt x="34218" y="34218"/>
                </a:cubicBezTo>
                <a:cubicBezTo>
                  <a:pt x="56128" y="12309"/>
                  <a:pt x="85844" y="0"/>
                  <a:pt x="116829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="ctr"/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39.081</a:t>
            </a:r>
          </a:p>
        </p:txBody>
      </p:sp>
      <p:cxnSp>
        <p:nvCxnSpPr>
          <p:cNvPr id="62" name="Conector de Seta Reta 42">
            <a:extLst>
              <a:ext uri="{FF2B5EF4-FFF2-40B4-BE49-F238E27FC236}">
                <a16:creationId xmlns:a16="http://schemas.microsoft.com/office/drawing/2014/main" id="{6D11308C-B8E7-4672-9463-8E897570C349}"/>
              </a:ext>
            </a:extLst>
          </p:cNvPr>
          <p:cNvCxnSpPr>
            <a:cxnSpLocks/>
          </p:cNvCxnSpPr>
          <p:nvPr/>
        </p:nvCxnSpPr>
        <p:spPr>
          <a:xfrm>
            <a:off x="13328513" y="9430504"/>
            <a:ext cx="6858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3" name="Freeform 19">
            <a:extLst>
              <a:ext uri="{FF2B5EF4-FFF2-40B4-BE49-F238E27FC236}">
                <a16:creationId xmlns:a16="http://schemas.microsoft.com/office/drawing/2014/main" id="{EFD81D88-FF68-4753-8E67-98AEBB22F383}"/>
              </a:ext>
            </a:extLst>
          </p:cNvPr>
          <p:cNvSpPr/>
          <p:nvPr/>
        </p:nvSpPr>
        <p:spPr>
          <a:xfrm>
            <a:off x="14498795" y="8789988"/>
            <a:ext cx="2414571" cy="1312759"/>
          </a:xfrm>
          <a:custGeom>
            <a:avLst/>
            <a:gdLst/>
            <a:ahLst/>
            <a:cxnLst/>
            <a:rect l="l" t="t" r="r" b="b"/>
            <a:pathLst>
              <a:path w="890108" h="740242">
                <a:moveTo>
                  <a:pt x="116829" y="0"/>
                </a:moveTo>
                <a:lnTo>
                  <a:pt x="773279" y="0"/>
                </a:lnTo>
                <a:cubicBezTo>
                  <a:pt x="804264" y="0"/>
                  <a:pt x="833980" y="12309"/>
                  <a:pt x="855890" y="34218"/>
                </a:cubicBezTo>
                <a:cubicBezTo>
                  <a:pt x="877799" y="56128"/>
                  <a:pt x="890108" y="85844"/>
                  <a:pt x="890108" y="116829"/>
                </a:cubicBezTo>
                <a:lnTo>
                  <a:pt x="890108" y="623413"/>
                </a:lnTo>
                <a:cubicBezTo>
                  <a:pt x="890108" y="654398"/>
                  <a:pt x="877799" y="684114"/>
                  <a:pt x="855890" y="706023"/>
                </a:cubicBezTo>
                <a:cubicBezTo>
                  <a:pt x="833980" y="727933"/>
                  <a:pt x="804264" y="740242"/>
                  <a:pt x="773279" y="740242"/>
                </a:cubicBezTo>
                <a:lnTo>
                  <a:pt x="116829" y="740242"/>
                </a:lnTo>
                <a:cubicBezTo>
                  <a:pt x="85844" y="740242"/>
                  <a:pt x="56128" y="727933"/>
                  <a:pt x="34218" y="706023"/>
                </a:cubicBezTo>
                <a:cubicBezTo>
                  <a:pt x="12309" y="684114"/>
                  <a:pt x="0" y="654398"/>
                  <a:pt x="0" y="623413"/>
                </a:cubicBezTo>
                <a:lnTo>
                  <a:pt x="0" y="116829"/>
                </a:lnTo>
                <a:cubicBezTo>
                  <a:pt x="0" y="85844"/>
                  <a:pt x="12309" y="56128"/>
                  <a:pt x="34218" y="34218"/>
                </a:cubicBezTo>
                <a:cubicBezTo>
                  <a:pt x="56128" y="12309"/>
                  <a:pt x="85844" y="0"/>
                  <a:pt x="116829" y="0"/>
                </a:cubicBezTo>
                <a:close/>
              </a:path>
            </a:pathLst>
          </a:custGeom>
          <a:solidFill>
            <a:srgbClr val="0066CC"/>
          </a:solidFill>
          <a:ln>
            <a:noFill/>
          </a:ln>
        </p:spPr>
        <p:txBody>
          <a:bodyPr anchor="ctr"/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6.000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95935187-B6B0-4170-A6C6-C170049F88CE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12129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12342" y="2148854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Análise</a:t>
            </a:r>
            <a:r>
              <a:rPr lang="en-US" sz="4500" b="1" spc="-90" dirty="0">
                <a:latin typeface="Open Sauce Bold"/>
                <a:ea typeface="Open Sauce Bold"/>
                <a:cs typeface="Open Sauce Bold"/>
                <a:sym typeface="Open Sauce Bold"/>
              </a:rPr>
              <a:t> de </a:t>
            </a: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sequência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12341" y="2825045"/>
            <a:ext cx="6971966" cy="41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Codificação</a:t>
            </a:r>
            <a:r>
              <a:rPr lang="en-US" sz="2399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em</a:t>
            </a:r>
            <a:r>
              <a:rPr lang="en-US" sz="2399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sequências</a:t>
            </a:r>
            <a:endParaRPr lang="en-US" sz="2399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E8622A3B-3CF3-4BBB-9417-D9DDC4C10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134349"/>
              </p:ext>
            </p:extLst>
          </p:nvPr>
        </p:nvGraphicFramePr>
        <p:xfrm>
          <a:off x="1041449" y="4491495"/>
          <a:ext cx="11878120" cy="641201"/>
        </p:xfrm>
        <a:graphic>
          <a:graphicData uri="http://schemas.openxmlformats.org/drawingml/2006/table">
            <a:tbl>
              <a:tblPr/>
              <a:tblGrid>
                <a:gridCol w="2255335">
                  <a:extLst>
                    <a:ext uri="{9D8B030D-6E8A-4147-A177-3AD203B41FA5}">
                      <a16:colId xmlns:a16="http://schemas.microsoft.com/office/drawing/2014/main" val="3358891588"/>
                    </a:ext>
                  </a:extLst>
                </a:gridCol>
                <a:gridCol w="1924557">
                  <a:extLst>
                    <a:ext uri="{9D8B030D-6E8A-4147-A177-3AD203B41FA5}">
                      <a16:colId xmlns:a16="http://schemas.microsoft.com/office/drawing/2014/main" val="458113587"/>
                    </a:ext>
                  </a:extLst>
                </a:gridCol>
                <a:gridCol w="1924557">
                  <a:extLst>
                    <a:ext uri="{9D8B030D-6E8A-4147-A177-3AD203B41FA5}">
                      <a16:colId xmlns:a16="http://schemas.microsoft.com/office/drawing/2014/main" val="3311348611"/>
                    </a:ext>
                  </a:extLst>
                </a:gridCol>
                <a:gridCol w="1924557">
                  <a:extLst>
                    <a:ext uri="{9D8B030D-6E8A-4147-A177-3AD203B41FA5}">
                      <a16:colId xmlns:a16="http://schemas.microsoft.com/office/drawing/2014/main" val="3540590190"/>
                    </a:ext>
                  </a:extLst>
                </a:gridCol>
                <a:gridCol w="1924557">
                  <a:extLst>
                    <a:ext uri="{9D8B030D-6E8A-4147-A177-3AD203B41FA5}">
                      <a16:colId xmlns:a16="http://schemas.microsoft.com/office/drawing/2014/main" val="1008074513"/>
                    </a:ext>
                  </a:extLst>
                </a:gridCol>
                <a:gridCol w="1924557">
                  <a:extLst>
                    <a:ext uri="{9D8B030D-6E8A-4147-A177-3AD203B41FA5}">
                      <a16:colId xmlns:a16="http://schemas.microsoft.com/office/drawing/2014/main" val="3101315491"/>
                    </a:ext>
                  </a:extLst>
                </a:gridCol>
              </a:tblGrid>
              <a:tr h="641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Indivíduo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31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464321"/>
                  </a:ext>
                </a:extLst>
              </a:tr>
            </a:tbl>
          </a:graphicData>
        </a:graphic>
      </p:graphicFrame>
      <p:grpSp>
        <p:nvGrpSpPr>
          <p:cNvPr id="33" name="Agrupar 32">
            <a:extLst>
              <a:ext uri="{FF2B5EF4-FFF2-40B4-BE49-F238E27FC236}">
                <a16:creationId xmlns:a16="http://schemas.microsoft.com/office/drawing/2014/main" id="{4A36BF57-EE5C-4968-B521-FBE24724B938}"/>
              </a:ext>
            </a:extLst>
          </p:cNvPr>
          <p:cNvGrpSpPr/>
          <p:nvPr/>
        </p:nvGrpSpPr>
        <p:grpSpPr>
          <a:xfrm>
            <a:off x="3459560" y="3897175"/>
            <a:ext cx="9460009" cy="416974"/>
            <a:chOff x="3879104" y="3735957"/>
            <a:chExt cx="9460009" cy="416974"/>
          </a:xfrm>
        </p:grpSpPr>
        <p:sp>
          <p:nvSpPr>
            <p:cNvPr id="28" name="TextBox 17">
              <a:extLst>
                <a:ext uri="{FF2B5EF4-FFF2-40B4-BE49-F238E27FC236}">
                  <a16:creationId xmlns:a16="http://schemas.microsoft.com/office/drawing/2014/main" id="{17D79FBC-7741-43AB-A567-D500C238C927}"/>
                </a:ext>
              </a:extLst>
            </p:cNvPr>
            <p:cNvSpPr txBox="1"/>
            <p:nvPr/>
          </p:nvSpPr>
          <p:spPr>
            <a:xfrm>
              <a:off x="3879104" y="3735957"/>
              <a:ext cx="1828800" cy="4169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</a:pP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1ª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Entrevista</a:t>
              </a:r>
              <a:endPara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29" name="TextBox 17">
              <a:extLst>
                <a:ext uri="{FF2B5EF4-FFF2-40B4-BE49-F238E27FC236}">
                  <a16:creationId xmlns:a16="http://schemas.microsoft.com/office/drawing/2014/main" id="{4E4440B4-ED2B-4624-9B49-7BE203579D35}"/>
                </a:ext>
              </a:extLst>
            </p:cNvPr>
            <p:cNvSpPr txBox="1"/>
            <p:nvPr/>
          </p:nvSpPr>
          <p:spPr>
            <a:xfrm>
              <a:off x="5786906" y="3735957"/>
              <a:ext cx="1828800" cy="4169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</a:pP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2ª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Entrevista</a:t>
              </a:r>
              <a:endPara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30" name="TextBox 17">
              <a:extLst>
                <a:ext uri="{FF2B5EF4-FFF2-40B4-BE49-F238E27FC236}">
                  <a16:creationId xmlns:a16="http://schemas.microsoft.com/office/drawing/2014/main" id="{E10D5DA3-8194-4CE7-8B55-AD9E7FF07584}"/>
                </a:ext>
              </a:extLst>
            </p:cNvPr>
            <p:cNvSpPr txBox="1"/>
            <p:nvPr/>
          </p:nvSpPr>
          <p:spPr>
            <a:xfrm>
              <a:off x="7694708" y="3735957"/>
              <a:ext cx="1828800" cy="4169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</a:pP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3ª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Entrevista</a:t>
              </a:r>
              <a:endPara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899F5559-67F1-454E-A395-7E5CAE945D02}"/>
                </a:ext>
              </a:extLst>
            </p:cNvPr>
            <p:cNvSpPr txBox="1"/>
            <p:nvPr/>
          </p:nvSpPr>
          <p:spPr>
            <a:xfrm>
              <a:off x="9602510" y="3735957"/>
              <a:ext cx="1828800" cy="4169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</a:pP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4ª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Entrevista</a:t>
              </a:r>
              <a:endPara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32" name="TextBox 17">
              <a:extLst>
                <a:ext uri="{FF2B5EF4-FFF2-40B4-BE49-F238E27FC236}">
                  <a16:creationId xmlns:a16="http://schemas.microsoft.com/office/drawing/2014/main" id="{C60B3257-3957-4AA0-8CA2-244BE3BA66CE}"/>
                </a:ext>
              </a:extLst>
            </p:cNvPr>
            <p:cNvSpPr txBox="1"/>
            <p:nvPr/>
          </p:nvSpPr>
          <p:spPr>
            <a:xfrm>
              <a:off x="11510313" y="3735957"/>
              <a:ext cx="1828800" cy="4169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</a:pP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5ª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Entrevista</a:t>
              </a:r>
              <a:endPara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</p:grpSp>
      <p:sp>
        <p:nvSpPr>
          <p:cNvPr id="34" name="Retângulo 33">
            <a:extLst>
              <a:ext uri="{FF2B5EF4-FFF2-40B4-BE49-F238E27FC236}">
                <a16:creationId xmlns:a16="http://schemas.microsoft.com/office/drawing/2014/main" id="{2A57237D-2B3F-4DC9-8F40-C5673DB152D4}"/>
              </a:ext>
            </a:extLst>
          </p:cNvPr>
          <p:cNvSpPr/>
          <p:nvPr/>
        </p:nvSpPr>
        <p:spPr>
          <a:xfrm>
            <a:off x="13895906" y="4139870"/>
            <a:ext cx="457200" cy="381000"/>
          </a:xfrm>
          <a:prstGeom prst="rect">
            <a:avLst/>
          </a:prstGeom>
          <a:solidFill>
            <a:srgbClr val="33A0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4FAC091-4244-4649-B3D2-EA1A735BDE9B}"/>
              </a:ext>
            </a:extLst>
          </p:cNvPr>
          <p:cNvSpPr/>
          <p:nvPr/>
        </p:nvSpPr>
        <p:spPr>
          <a:xfrm>
            <a:off x="13894769" y="4866681"/>
            <a:ext cx="457200" cy="38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F30D7020-823C-4574-8829-F2148372BD48}"/>
              </a:ext>
            </a:extLst>
          </p:cNvPr>
          <p:cNvSpPr/>
          <p:nvPr/>
        </p:nvSpPr>
        <p:spPr>
          <a:xfrm>
            <a:off x="13894769" y="5593492"/>
            <a:ext cx="457200" cy="381000"/>
          </a:xfrm>
          <a:prstGeom prst="rect">
            <a:avLst/>
          </a:prstGeom>
          <a:solidFill>
            <a:srgbClr val="FAB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AEE609FD-DE13-4FB5-A072-182DFF328EB9}"/>
              </a:ext>
            </a:extLst>
          </p:cNvPr>
          <p:cNvSpPr txBox="1"/>
          <p:nvPr/>
        </p:nvSpPr>
        <p:spPr>
          <a:xfrm>
            <a:off x="14527243" y="4127750"/>
            <a:ext cx="4067974" cy="405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Trabalhador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por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conta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própria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AFBF2221-65AE-46CA-922E-29EC1558CB84}"/>
              </a:ext>
            </a:extLst>
          </p:cNvPr>
          <p:cNvSpPr txBox="1"/>
          <p:nvPr/>
        </p:nvSpPr>
        <p:spPr>
          <a:xfrm>
            <a:off x="14554140" y="4738261"/>
            <a:ext cx="350526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/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Desocupado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ou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fora da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força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trabalho</a:t>
            </a:r>
            <a:endParaRPr lang="en-US" sz="2000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9" name="TextBox 17">
            <a:extLst>
              <a:ext uri="{FF2B5EF4-FFF2-40B4-BE49-F238E27FC236}">
                <a16:creationId xmlns:a16="http://schemas.microsoft.com/office/drawing/2014/main" id="{462EF4AD-BFE0-4EBD-895E-FF2771428F84}"/>
              </a:ext>
            </a:extLst>
          </p:cNvPr>
          <p:cNvSpPr txBox="1"/>
          <p:nvPr/>
        </p:nvSpPr>
        <p:spPr>
          <a:xfrm>
            <a:off x="14527243" y="5551392"/>
            <a:ext cx="4067974" cy="405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Empregado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do </a:t>
            </a:r>
            <a:r>
              <a:rPr lang="en-US" sz="2000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setor</a:t>
            </a:r>
            <a:r>
              <a: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privado</a:t>
            </a:r>
          </a:p>
        </p:txBody>
      </p:sp>
      <p:grpSp>
        <p:nvGrpSpPr>
          <p:cNvPr id="40" name="Group 18">
            <a:extLst>
              <a:ext uri="{FF2B5EF4-FFF2-40B4-BE49-F238E27FC236}">
                <a16:creationId xmlns:a16="http://schemas.microsoft.com/office/drawing/2014/main" id="{22B72469-931B-42CC-9DA7-657D4ECBD744}"/>
              </a:ext>
            </a:extLst>
          </p:cNvPr>
          <p:cNvGrpSpPr/>
          <p:nvPr/>
        </p:nvGrpSpPr>
        <p:grpSpPr>
          <a:xfrm>
            <a:off x="13703110" y="3886997"/>
            <a:ext cx="4432490" cy="2340367"/>
            <a:chOff x="0" y="0"/>
            <a:chExt cx="1572386" cy="664536"/>
          </a:xfrm>
        </p:grpSpPr>
        <p:sp>
          <p:nvSpPr>
            <p:cNvPr id="41" name="Freeform 19">
              <a:extLst>
                <a:ext uri="{FF2B5EF4-FFF2-40B4-BE49-F238E27FC236}">
                  <a16:creationId xmlns:a16="http://schemas.microsoft.com/office/drawing/2014/main" id="{DE2B79A1-C265-4081-AA55-39045882A985}"/>
                </a:ext>
              </a:extLst>
            </p:cNvPr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42" name="TextBox 20">
              <a:extLst>
                <a:ext uri="{FF2B5EF4-FFF2-40B4-BE49-F238E27FC236}">
                  <a16:creationId xmlns:a16="http://schemas.microsoft.com/office/drawing/2014/main" id="{EB2F66BA-4BF4-4CC7-A81B-29E905910B5A}"/>
                </a:ext>
              </a:extLst>
            </p:cNvPr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43" name="TextBox 17">
            <a:extLst>
              <a:ext uri="{FF2B5EF4-FFF2-40B4-BE49-F238E27FC236}">
                <a16:creationId xmlns:a16="http://schemas.microsoft.com/office/drawing/2014/main" id="{627360F5-C014-46DA-B4A3-7880A793CF0E}"/>
              </a:ext>
            </a:extLst>
          </p:cNvPr>
          <p:cNvSpPr txBox="1"/>
          <p:nvPr/>
        </p:nvSpPr>
        <p:spPr>
          <a:xfrm>
            <a:off x="1464426" y="6124225"/>
            <a:ext cx="6971966" cy="1340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 algn="l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en-US" sz="2800" spc="-47" dirty="0" err="1">
                <a:latin typeface="Open Sauce"/>
                <a:ea typeface="Open Sauce"/>
                <a:cs typeface="Open Sauce"/>
                <a:sym typeface="Open Sauce"/>
              </a:rPr>
              <a:t>Unidades</a:t>
            </a:r>
            <a:r>
              <a:rPr lang="en-US" sz="2800" spc="-47" dirty="0"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latin typeface="Open Sauce"/>
                <a:ea typeface="Open Sauce"/>
                <a:cs typeface="Open Sauce"/>
                <a:sym typeface="Open Sauce"/>
              </a:rPr>
              <a:t>observacionais</a:t>
            </a:r>
            <a:endParaRPr lang="en-US" sz="2800" spc="-47" dirty="0">
              <a:latin typeface="Open Sauce"/>
              <a:ea typeface="Open Sauce"/>
              <a:cs typeface="Open Sauce"/>
              <a:sym typeface="Open Sauce"/>
            </a:endParaRPr>
          </a:p>
          <a:p>
            <a:pPr marL="342900" lvl="0" indent="-342900" algn="l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en-US" sz="2800" spc="-47" dirty="0" err="1">
                <a:latin typeface="Open Sauce"/>
                <a:ea typeface="Open Sauce"/>
                <a:cs typeface="Open Sauce"/>
                <a:sym typeface="Open Sauce"/>
              </a:rPr>
              <a:t>Pontos</a:t>
            </a:r>
            <a:r>
              <a:rPr lang="en-US" sz="2800" spc="-47" dirty="0">
                <a:latin typeface="Open Sauce"/>
                <a:ea typeface="Open Sauce"/>
                <a:cs typeface="Open Sauce"/>
                <a:sym typeface="Open Sauce"/>
              </a:rPr>
              <a:t> no tempo</a:t>
            </a:r>
          </a:p>
          <a:p>
            <a:pPr marL="342900" lvl="0" indent="-342900" algn="l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en-US" sz="2800" spc="-47" dirty="0">
                <a:latin typeface="Open Sauce"/>
                <a:ea typeface="Open Sauce"/>
                <a:cs typeface="Open Sauce"/>
                <a:sym typeface="Open Sauce"/>
              </a:rPr>
              <a:t>Estado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9F4DAF85-FE9E-413B-A846-1FBAF65484B4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64818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12342" y="2148854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Análise</a:t>
            </a:r>
            <a:r>
              <a:rPr lang="en-US" sz="4500" b="1" spc="-90" dirty="0">
                <a:latin typeface="Open Sauce Bold"/>
                <a:ea typeface="Open Sauce Bold"/>
                <a:cs typeface="Open Sauce Bold"/>
                <a:sym typeface="Open Sauce Bold"/>
              </a:rPr>
              <a:t> de </a:t>
            </a: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sequência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12341" y="2825045"/>
            <a:ext cx="6971966" cy="41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Medição</a:t>
            </a:r>
            <a:r>
              <a:rPr lang="en-US" sz="2399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dissimilaridade</a:t>
            </a:r>
            <a:endParaRPr lang="en-US" sz="2399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997DCC7-80A9-4FB6-A3EE-0433BB15B048}"/>
              </a:ext>
            </a:extLst>
          </p:cNvPr>
          <p:cNvGrpSpPr/>
          <p:nvPr/>
        </p:nvGrpSpPr>
        <p:grpSpPr>
          <a:xfrm>
            <a:off x="13639800" y="7846936"/>
            <a:ext cx="4892107" cy="2340367"/>
            <a:chOff x="13703110" y="3886997"/>
            <a:chExt cx="4892107" cy="2340367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2A57237D-2B3F-4DC9-8F40-C5673DB152D4}"/>
                </a:ext>
              </a:extLst>
            </p:cNvPr>
            <p:cNvSpPr/>
            <p:nvPr/>
          </p:nvSpPr>
          <p:spPr>
            <a:xfrm>
              <a:off x="13895906" y="4139870"/>
              <a:ext cx="457200" cy="381000"/>
            </a:xfrm>
            <a:prstGeom prst="rect">
              <a:avLst/>
            </a:prstGeom>
            <a:solidFill>
              <a:srgbClr val="33A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64FAC091-4244-4649-B3D2-EA1A735BDE9B}"/>
                </a:ext>
              </a:extLst>
            </p:cNvPr>
            <p:cNvSpPr/>
            <p:nvPr/>
          </p:nvSpPr>
          <p:spPr>
            <a:xfrm>
              <a:off x="13894769" y="4866681"/>
              <a:ext cx="457200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F30D7020-823C-4574-8829-F2148372BD48}"/>
                </a:ext>
              </a:extLst>
            </p:cNvPr>
            <p:cNvSpPr/>
            <p:nvPr/>
          </p:nvSpPr>
          <p:spPr>
            <a:xfrm>
              <a:off x="13894769" y="5593492"/>
              <a:ext cx="457200" cy="381000"/>
            </a:xfrm>
            <a:prstGeom prst="rect">
              <a:avLst/>
            </a:prstGeom>
            <a:solidFill>
              <a:srgbClr val="FAB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AEE609FD-DE13-4FB5-A072-182DFF328EB9}"/>
                </a:ext>
              </a:extLst>
            </p:cNvPr>
            <p:cNvSpPr txBox="1"/>
            <p:nvPr/>
          </p:nvSpPr>
          <p:spPr>
            <a:xfrm>
              <a:off x="14527243" y="4127750"/>
              <a:ext cx="4067974" cy="4052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</a:pP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Trabalhador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por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conta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própria</a:t>
              </a:r>
              <a:endPara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38" name="TextBox 17">
              <a:extLst>
                <a:ext uri="{FF2B5EF4-FFF2-40B4-BE49-F238E27FC236}">
                  <a16:creationId xmlns:a16="http://schemas.microsoft.com/office/drawing/2014/main" id="{AFBF2221-65AE-46CA-922E-29EC1558CB84}"/>
                </a:ext>
              </a:extLst>
            </p:cNvPr>
            <p:cNvSpPr txBox="1"/>
            <p:nvPr/>
          </p:nvSpPr>
          <p:spPr>
            <a:xfrm>
              <a:off x="14554140" y="4738261"/>
              <a:ext cx="3505260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/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Desocupado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ou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fora da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força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de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trabalho</a:t>
              </a:r>
              <a:endPara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462EF4AD-BFE0-4EBD-895E-FF2771428F84}"/>
                </a:ext>
              </a:extLst>
            </p:cNvPr>
            <p:cNvSpPr txBox="1"/>
            <p:nvPr/>
          </p:nvSpPr>
          <p:spPr>
            <a:xfrm>
              <a:off x="14527243" y="5551392"/>
              <a:ext cx="4067974" cy="4052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</a:pP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Empregado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do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setor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privado</a:t>
              </a:r>
            </a:p>
          </p:txBody>
        </p:sp>
        <p:grpSp>
          <p:nvGrpSpPr>
            <p:cNvPr id="40" name="Group 18">
              <a:extLst>
                <a:ext uri="{FF2B5EF4-FFF2-40B4-BE49-F238E27FC236}">
                  <a16:creationId xmlns:a16="http://schemas.microsoft.com/office/drawing/2014/main" id="{22B72469-931B-42CC-9DA7-657D4ECBD744}"/>
                </a:ext>
              </a:extLst>
            </p:cNvPr>
            <p:cNvGrpSpPr/>
            <p:nvPr/>
          </p:nvGrpSpPr>
          <p:grpSpPr>
            <a:xfrm>
              <a:off x="13703110" y="3886997"/>
              <a:ext cx="4432490" cy="2340367"/>
              <a:chOff x="0" y="0"/>
              <a:chExt cx="1572386" cy="664536"/>
            </a:xfrm>
          </p:grpSpPr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id="{DE2B79A1-C265-4081-AA55-39045882A985}"/>
                  </a:ext>
                </a:extLst>
              </p:cNvPr>
              <p:cNvSpPr/>
              <p:nvPr/>
            </p:nvSpPr>
            <p:spPr>
              <a:xfrm>
                <a:off x="0" y="0"/>
                <a:ext cx="1572386" cy="664536"/>
              </a:xfrm>
              <a:custGeom>
                <a:avLst/>
                <a:gdLst/>
                <a:ahLst/>
                <a:cxnLst/>
                <a:rect l="l" t="t" r="r" b="b"/>
                <a:pathLst>
                  <a:path w="1572386" h="664536">
                    <a:moveTo>
                      <a:pt x="39098" y="0"/>
                    </a:moveTo>
                    <a:lnTo>
                      <a:pt x="1533288" y="0"/>
                    </a:lnTo>
                    <a:cubicBezTo>
                      <a:pt x="1554882" y="0"/>
                      <a:pt x="1572386" y="17505"/>
                      <a:pt x="1572386" y="39098"/>
                    </a:cubicBezTo>
                    <a:lnTo>
                      <a:pt x="1572386" y="625438"/>
                    </a:lnTo>
                    <a:cubicBezTo>
                      <a:pt x="1572386" y="635808"/>
                      <a:pt x="1568267" y="645753"/>
                      <a:pt x="1560935" y="653085"/>
                    </a:cubicBezTo>
                    <a:cubicBezTo>
                      <a:pt x="1553603" y="660417"/>
                      <a:pt x="1543658" y="664536"/>
                      <a:pt x="1533288" y="664536"/>
                    </a:cubicBezTo>
                    <a:lnTo>
                      <a:pt x="39098" y="664536"/>
                    </a:lnTo>
                    <a:cubicBezTo>
                      <a:pt x="17505" y="664536"/>
                      <a:pt x="0" y="647032"/>
                      <a:pt x="0" y="625438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ln w="28575" cap="rnd">
                <a:solidFill>
                  <a:srgbClr val="FAB31A"/>
                </a:solidFill>
                <a:prstDash val="solid"/>
                <a:round/>
              </a:ln>
            </p:spPr>
          </p:sp>
          <p:sp>
            <p:nvSpPr>
              <p:cNvPr id="42" name="TextBox 20">
                <a:extLst>
                  <a:ext uri="{FF2B5EF4-FFF2-40B4-BE49-F238E27FC236}">
                    <a16:creationId xmlns:a16="http://schemas.microsoft.com/office/drawing/2014/main" id="{EB2F66BA-4BF4-4CC7-A81B-29E905910B5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572386" cy="693111"/>
              </a:xfrm>
              <a:prstGeom prst="rect">
                <a:avLst/>
              </a:prstGeom>
            </p:spPr>
            <p:txBody>
              <a:bodyPr lIns="36500" tIns="36500" rIns="36500" bIns="36500" rtlCol="0" anchor="ctr"/>
              <a:lstStyle/>
              <a:p>
                <a:pPr algn="ctr">
                  <a:lnSpc>
                    <a:spcPts val="1911"/>
                  </a:lnSpc>
                </a:pPr>
                <a:endParaRPr/>
              </a:p>
            </p:txBody>
          </p:sp>
        </p:grpSp>
      </p:grp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9BE8394D-41AD-48DC-9E8F-1BEF9826F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775624"/>
              </p:ext>
            </p:extLst>
          </p:nvPr>
        </p:nvGraphicFramePr>
        <p:xfrm>
          <a:off x="678767" y="5718911"/>
          <a:ext cx="8915400" cy="641201"/>
        </p:xfrm>
        <a:graphic>
          <a:graphicData uri="http://schemas.openxmlformats.org/drawingml/2006/table">
            <a:tbl>
              <a:tblPr/>
              <a:tblGrid>
                <a:gridCol w="1692795">
                  <a:extLst>
                    <a:ext uri="{9D8B030D-6E8A-4147-A177-3AD203B41FA5}">
                      <a16:colId xmlns:a16="http://schemas.microsoft.com/office/drawing/2014/main" val="3358891588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458113587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311348611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540590190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1008074513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101315491"/>
                    </a:ext>
                  </a:extLst>
                </a:gridCol>
              </a:tblGrid>
              <a:tr h="641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Indivíduo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464321"/>
                  </a:ext>
                </a:extLst>
              </a:tr>
            </a:tbl>
          </a:graphicData>
        </a:graphic>
      </p:graphicFrame>
      <p:graphicFrame>
        <p:nvGraphicFramePr>
          <p:cNvPr id="48" name="Tabela 47">
            <a:extLst>
              <a:ext uri="{FF2B5EF4-FFF2-40B4-BE49-F238E27FC236}">
                <a16:creationId xmlns:a16="http://schemas.microsoft.com/office/drawing/2014/main" id="{025CB121-9B28-43DE-9597-4C1E5FD76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479384"/>
              </p:ext>
            </p:extLst>
          </p:nvPr>
        </p:nvGraphicFramePr>
        <p:xfrm>
          <a:off x="678767" y="3620276"/>
          <a:ext cx="8915400" cy="641201"/>
        </p:xfrm>
        <a:graphic>
          <a:graphicData uri="http://schemas.openxmlformats.org/drawingml/2006/table">
            <a:tbl>
              <a:tblPr/>
              <a:tblGrid>
                <a:gridCol w="1692795">
                  <a:extLst>
                    <a:ext uri="{9D8B030D-6E8A-4147-A177-3AD203B41FA5}">
                      <a16:colId xmlns:a16="http://schemas.microsoft.com/office/drawing/2014/main" val="3358891588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458113587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311348611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540590190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1008074513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101315491"/>
                    </a:ext>
                  </a:extLst>
                </a:gridCol>
              </a:tblGrid>
              <a:tr h="641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Indivíduo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464321"/>
                  </a:ext>
                </a:extLst>
              </a:tr>
            </a:tbl>
          </a:graphicData>
        </a:graphic>
      </p:graphicFrame>
      <p:graphicFrame>
        <p:nvGraphicFramePr>
          <p:cNvPr id="49" name="Tabela 48">
            <a:extLst>
              <a:ext uri="{FF2B5EF4-FFF2-40B4-BE49-F238E27FC236}">
                <a16:creationId xmlns:a16="http://schemas.microsoft.com/office/drawing/2014/main" id="{F34B81CF-C5A8-4DEF-B9D6-065F95440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817362"/>
              </p:ext>
            </p:extLst>
          </p:nvPr>
        </p:nvGraphicFramePr>
        <p:xfrm>
          <a:off x="678767" y="7817545"/>
          <a:ext cx="8915400" cy="641201"/>
        </p:xfrm>
        <a:graphic>
          <a:graphicData uri="http://schemas.openxmlformats.org/drawingml/2006/table">
            <a:tbl>
              <a:tblPr/>
              <a:tblGrid>
                <a:gridCol w="1692795">
                  <a:extLst>
                    <a:ext uri="{9D8B030D-6E8A-4147-A177-3AD203B41FA5}">
                      <a16:colId xmlns:a16="http://schemas.microsoft.com/office/drawing/2014/main" val="3358891588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458113587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311348611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540590190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1008074513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101315491"/>
                    </a:ext>
                  </a:extLst>
                </a:gridCol>
              </a:tblGrid>
              <a:tr h="641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Indivíduo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464321"/>
                  </a:ext>
                </a:extLst>
              </a:tr>
            </a:tbl>
          </a:graphicData>
        </a:graphic>
      </p:graphicFrame>
      <p:sp>
        <p:nvSpPr>
          <p:cNvPr id="116" name="TextBox 20">
            <a:extLst>
              <a:ext uri="{FF2B5EF4-FFF2-40B4-BE49-F238E27FC236}">
                <a16:creationId xmlns:a16="http://schemas.microsoft.com/office/drawing/2014/main" id="{FF78C161-7832-48A5-A7AE-D30219936427}"/>
              </a:ext>
            </a:extLst>
          </p:cNvPr>
          <p:cNvSpPr txBox="1"/>
          <p:nvPr/>
        </p:nvSpPr>
        <p:spPr>
          <a:xfrm>
            <a:off x="10362508" y="5589116"/>
            <a:ext cx="2655221" cy="262574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5399"/>
              </a:lnSpc>
            </a:pPr>
            <a:endParaRPr lang="en-US" sz="7200" b="1" spc="-549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2D4D3B7-7296-48A3-A821-D8FC5067B26D}"/>
              </a:ext>
            </a:extLst>
          </p:cNvPr>
          <p:cNvSpPr txBox="1"/>
          <p:nvPr/>
        </p:nvSpPr>
        <p:spPr>
          <a:xfrm>
            <a:off x="144983" y="9713950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619004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12342" y="2148854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Análise</a:t>
            </a:r>
            <a:r>
              <a:rPr lang="en-US" sz="4500" b="1" spc="-90" dirty="0">
                <a:latin typeface="Open Sauce Bold"/>
                <a:ea typeface="Open Sauce Bold"/>
                <a:cs typeface="Open Sauce Bold"/>
                <a:sym typeface="Open Sauce Bold"/>
              </a:rPr>
              <a:t> de </a:t>
            </a: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sequência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12341" y="2825045"/>
            <a:ext cx="6971966" cy="41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Medição</a:t>
            </a:r>
            <a:r>
              <a:rPr lang="en-US" sz="2399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dissimilaridade</a:t>
            </a:r>
            <a:endParaRPr lang="en-US" sz="2399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997DCC7-80A9-4FB6-A3EE-0433BB15B048}"/>
              </a:ext>
            </a:extLst>
          </p:cNvPr>
          <p:cNvGrpSpPr/>
          <p:nvPr/>
        </p:nvGrpSpPr>
        <p:grpSpPr>
          <a:xfrm>
            <a:off x="13639800" y="7846936"/>
            <a:ext cx="4892107" cy="2340367"/>
            <a:chOff x="13703110" y="3886997"/>
            <a:chExt cx="4892107" cy="2340367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2A57237D-2B3F-4DC9-8F40-C5673DB152D4}"/>
                </a:ext>
              </a:extLst>
            </p:cNvPr>
            <p:cNvSpPr/>
            <p:nvPr/>
          </p:nvSpPr>
          <p:spPr>
            <a:xfrm>
              <a:off x="13895906" y="4139870"/>
              <a:ext cx="457200" cy="381000"/>
            </a:xfrm>
            <a:prstGeom prst="rect">
              <a:avLst/>
            </a:prstGeom>
            <a:solidFill>
              <a:srgbClr val="33A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64FAC091-4244-4649-B3D2-EA1A735BDE9B}"/>
                </a:ext>
              </a:extLst>
            </p:cNvPr>
            <p:cNvSpPr/>
            <p:nvPr/>
          </p:nvSpPr>
          <p:spPr>
            <a:xfrm>
              <a:off x="13894769" y="4866681"/>
              <a:ext cx="457200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F30D7020-823C-4574-8829-F2148372BD48}"/>
                </a:ext>
              </a:extLst>
            </p:cNvPr>
            <p:cNvSpPr/>
            <p:nvPr/>
          </p:nvSpPr>
          <p:spPr>
            <a:xfrm>
              <a:off x="13894769" y="5593492"/>
              <a:ext cx="457200" cy="381000"/>
            </a:xfrm>
            <a:prstGeom prst="rect">
              <a:avLst/>
            </a:prstGeom>
            <a:solidFill>
              <a:srgbClr val="FAB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AEE609FD-DE13-4FB5-A072-182DFF328EB9}"/>
                </a:ext>
              </a:extLst>
            </p:cNvPr>
            <p:cNvSpPr txBox="1"/>
            <p:nvPr/>
          </p:nvSpPr>
          <p:spPr>
            <a:xfrm>
              <a:off x="14527243" y="4127750"/>
              <a:ext cx="4067974" cy="4052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</a:pP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Trabalhador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por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conta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própria</a:t>
              </a:r>
              <a:endPara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38" name="TextBox 17">
              <a:extLst>
                <a:ext uri="{FF2B5EF4-FFF2-40B4-BE49-F238E27FC236}">
                  <a16:creationId xmlns:a16="http://schemas.microsoft.com/office/drawing/2014/main" id="{AFBF2221-65AE-46CA-922E-29EC1558CB84}"/>
                </a:ext>
              </a:extLst>
            </p:cNvPr>
            <p:cNvSpPr txBox="1"/>
            <p:nvPr/>
          </p:nvSpPr>
          <p:spPr>
            <a:xfrm>
              <a:off x="14554140" y="4738261"/>
              <a:ext cx="3505260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/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Desocupado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ou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fora da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força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de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trabalho</a:t>
              </a:r>
              <a:endPara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462EF4AD-BFE0-4EBD-895E-FF2771428F84}"/>
                </a:ext>
              </a:extLst>
            </p:cNvPr>
            <p:cNvSpPr txBox="1"/>
            <p:nvPr/>
          </p:nvSpPr>
          <p:spPr>
            <a:xfrm>
              <a:off x="14527243" y="5551392"/>
              <a:ext cx="4067974" cy="4052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</a:pP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Empregado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do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setor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privado</a:t>
              </a:r>
            </a:p>
          </p:txBody>
        </p:sp>
        <p:grpSp>
          <p:nvGrpSpPr>
            <p:cNvPr id="40" name="Group 18">
              <a:extLst>
                <a:ext uri="{FF2B5EF4-FFF2-40B4-BE49-F238E27FC236}">
                  <a16:creationId xmlns:a16="http://schemas.microsoft.com/office/drawing/2014/main" id="{22B72469-931B-42CC-9DA7-657D4ECBD744}"/>
                </a:ext>
              </a:extLst>
            </p:cNvPr>
            <p:cNvGrpSpPr/>
            <p:nvPr/>
          </p:nvGrpSpPr>
          <p:grpSpPr>
            <a:xfrm>
              <a:off x="13703110" y="3886997"/>
              <a:ext cx="4432490" cy="2340367"/>
              <a:chOff x="0" y="0"/>
              <a:chExt cx="1572386" cy="664536"/>
            </a:xfrm>
          </p:grpSpPr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id="{DE2B79A1-C265-4081-AA55-39045882A985}"/>
                  </a:ext>
                </a:extLst>
              </p:cNvPr>
              <p:cNvSpPr/>
              <p:nvPr/>
            </p:nvSpPr>
            <p:spPr>
              <a:xfrm>
                <a:off x="0" y="0"/>
                <a:ext cx="1572386" cy="664536"/>
              </a:xfrm>
              <a:custGeom>
                <a:avLst/>
                <a:gdLst/>
                <a:ahLst/>
                <a:cxnLst/>
                <a:rect l="l" t="t" r="r" b="b"/>
                <a:pathLst>
                  <a:path w="1572386" h="664536">
                    <a:moveTo>
                      <a:pt x="39098" y="0"/>
                    </a:moveTo>
                    <a:lnTo>
                      <a:pt x="1533288" y="0"/>
                    </a:lnTo>
                    <a:cubicBezTo>
                      <a:pt x="1554882" y="0"/>
                      <a:pt x="1572386" y="17505"/>
                      <a:pt x="1572386" y="39098"/>
                    </a:cubicBezTo>
                    <a:lnTo>
                      <a:pt x="1572386" y="625438"/>
                    </a:lnTo>
                    <a:cubicBezTo>
                      <a:pt x="1572386" y="635808"/>
                      <a:pt x="1568267" y="645753"/>
                      <a:pt x="1560935" y="653085"/>
                    </a:cubicBezTo>
                    <a:cubicBezTo>
                      <a:pt x="1553603" y="660417"/>
                      <a:pt x="1543658" y="664536"/>
                      <a:pt x="1533288" y="664536"/>
                    </a:cubicBezTo>
                    <a:lnTo>
                      <a:pt x="39098" y="664536"/>
                    </a:lnTo>
                    <a:cubicBezTo>
                      <a:pt x="17505" y="664536"/>
                      <a:pt x="0" y="647032"/>
                      <a:pt x="0" y="625438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ln w="28575" cap="rnd">
                <a:solidFill>
                  <a:srgbClr val="FAB31A"/>
                </a:solidFill>
                <a:prstDash val="solid"/>
                <a:round/>
              </a:ln>
            </p:spPr>
          </p:sp>
          <p:sp>
            <p:nvSpPr>
              <p:cNvPr id="42" name="TextBox 20">
                <a:extLst>
                  <a:ext uri="{FF2B5EF4-FFF2-40B4-BE49-F238E27FC236}">
                    <a16:creationId xmlns:a16="http://schemas.microsoft.com/office/drawing/2014/main" id="{EB2F66BA-4BF4-4CC7-A81B-29E905910B5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572386" cy="693111"/>
              </a:xfrm>
              <a:prstGeom prst="rect">
                <a:avLst/>
              </a:prstGeom>
            </p:spPr>
            <p:txBody>
              <a:bodyPr lIns="36500" tIns="36500" rIns="36500" bIns="36500" rtlCol="0" anchor="ctr"/>
              <a:lstStyle/>
              <a:p>
                <a:pPr algn="ctr">
                  <a:lnSpc>
                    <a:spcPts val="1911"/>
                  </a:lnSpc>
                </a:pPr>
                <a:endParaRPr/>
              </a:p>
            </p:txBody>
          </p:sp>
        </p:grpSp>
      </p:grp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9BE8394D-41AD-48DC-9E8F-1BEF9826F720}"/>
              </a:ext>
            </a:extLst>
          </p:cNvPr>
          <p:cNvGraphicFramePr>
            <a:graphicFrameLocks noGrp="1"/>
          </p:cNvGraphicFramePr>
          <p:nvPr/>
        </p:nvGraphicFramePr>
        <p:xfrm>
          <a:off x="678767" y="5718911"/>
          <a:ext cx="8915400" cy="641201"/>
        </p:xfrm>
        <a:graphic>
          <a:graphicData uri="http://schemas.openxmlformats.org/drawingml/2006/table">
            <a:tbl>
              <a:tblPr/>
              <a:tblGrid>
                <a:gridCol w="1692795">
                  <a:extLst>
                    <a:ext uri="{9D8B030D-6E8A-4147-A177-3AD203B41FA5}">
                      <a16:colId xmlns:a16="http://schemas.microsoft.com/office/drawing/2014/main" val="3358891588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458113587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311348611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540590190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1008074513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101315491"/>
                    </a:ext>
                  </a:extLst>
                </a:gridCol>
              </a:tblGrid>
              <a:tr h="641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Indivíduo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464321"/>
                  </a:ext>
                </a:extLst>
              </a:tr>
            </a:tbl>
          </a:graphicData>
        </a:graphic>
      </p:graphicFrame>
      <p:graphicFrame>
        <p:nvGraphicFramePr>
          <p:cNvPr id="48" name="Tabela 47">
            <a:extLst>
              <a:ext uri="{FF2B5EF4-FFF2-40B4-BE49-F238E27FC236}">
                <a16:creationId xmlns:a16="http://schemas.microsoft.com/office/drawing/2014/main" id="{025CB121-9B28-43DE-9597-4C1E5FD76E58}"/>
              </a:ext>
            </a:extLst>
          </p:cNvPr>
          <p:cNvGraphicFramePr>
            <a:graphicFrameLocks noGrp="1"/>
          </p:cNvGraphicFramePr>
          <p:nvPr/>
        </p:nvGraphicFramePr>
        <p:xfrm>
          <a:off x="678767" y="3620276"/>
          <a:ext cx="8915400" cy="641201"/>
        </p:xfrm>
        <a:graphic>
          <a:graphicData uri="http://schemas.openxmlformats.org/drawingml/2006/table">
            <a:tbl>
              <a:tblPr/>
              <a:tblGrid>
                <a:gridCol w="1692795">
                  <a:extLst>
                    <a:ext uri="{9D8B030D-6E8A-4147-A177-3AD203B41FA5}">
                      <a16:colId xmlns:a16="http://schemas.microsoft.com/office/drawing/2014/main" val="3358891588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458113587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311348611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540590190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1008074513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101315491"/>
                    </a:ext>
                  </a:extLst>
                </a:gridCol>
              </a:tblGrid>
              <a:tr h="641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Indivíduo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464321"/>
                  </a:ext>
                </a:extLst>
              </a:tr>
            </a:tbl>
          </a:graphicData>
        </a:graphic>
      </p:graphicFrame>
      <p:graphicFrame>
        <p:nvGraphicFramePr>
          <p:cNvPr id="49" name="Tabela 48">
            <a:extLst>
              <a:ext uri="{FF2B5EF4-FFF2-40B4-BE49-F238E27FC236}">
                <a16:creationId xmlns:a16="http://schemas.microsoft.com/office/drawing/2014/main" id="{F34B81CF-C5A8-4DEF-B9D6-065F95440E86}"/>
              </a:ext>
            </a:extLst>
          </p:cNvPr>
          <p:cNvGraphicFramePr>
            <a:graphicFrameLocks noGrp="1"/>
          </p:cNvGraphicFramePr>
          <p:nvPr/>
        </p:nvGraphicFramePr>
        <p:xfrm>
          <a:off x="678767" y="7817545"/>
          <a:ext cx="8915400" cy="641201"/>
        </p:xfrm>
        <a:graphic>
          <a:graphicData uri="http://schemas.openxmlformats.org/drawingml/2006/table">
            <a:tbl>
              <a:tblPr/>
              <a:tblGrid>
                <a:gridCol w="1692795">
                  <a:extLst>
                    <a:ext uri="{9D8B030D-6E8A-4147-A177-3AD203B41FA5}">
                      <a16:colId xmlns:a16="http://schemas.microsoft.com/office/drawing/2014/main" val="3358891588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458113587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311348611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540590190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1008074513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101315491"/>
                    </a:ext>
                  </a:extLst>
                </a:gridCol>
              </a:tblGrid>
              <a:tr h="641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Indivíduo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464321"/>
                  </a:ext>
                </a:extLst>
              </a:tr>
            </a:tbl>
          </a:graphicData>
        </a:graphic>
      </p:graphicFrame>
      <p:grpSp>
        <p:nvGrpSpPr>
          <p:cNvPr id="53" name="Agrupar 52">
            <a:extLst>
              <a:ext uri="{FF2B5EF4-FFF2-40B4-BE49-F238E27FC236}">
                <a16:creationId xmlns:a16="http://schemas.microsoft.com/office/drawing/2014/main" id="{BD64E317-AB2E-49E4-9F45-97FA9B72587E}"/>
              </a:ext>
            </a:extLst>
          </p:cNvPr>
          <p:cNvGrpSpPr/>
          <p:nvPr/>
        </p:nvGrpSpPr>
        <p:grpSpPr>
          <a:xfrm>
            <a:off x="2559524" y="4259009"/>
            <a:ext cx="1142998" cy="1457434"/>
            <a:chOff x="2671482" y="3076232"/>
            <a:chExt cx="735106" cy="877607"/>
          </a:xfrm>
        </p:grpSpPr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id="{DCC36A86-A073-4141-B4D4-230B3E1A2783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0</a:t>
              </a:r>
            </a:p>
          </p:txBody>
        </p:sp>
        <p:cxnSp>
          <p:nvCxnSpPr>
            <p:cNvPr id="55" name="Conector reto 54">
              <a:extLst>
                <a:ext uri="{FF2B5EF4-FFF2-40B4-BE49-F238E27FC236}">
                  <a16:creationId xmlns:a16="http://schemas.microsoft.com/office/drawing/2014/main" id="{3FC506BE-6B61-4D4E-9EC8-97E2FB16A0D4}"/>
                </a:ext>
              </a:extLst>
            </p:cNvPr>
            <p:cNvCxnSpPr>
              <a:cxnSpLocks/>
              <a:stCxn id="54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>
              <a:extLst>
                <a:ext uri="{FF2B5EF4-FFF2-40B4-BE49-F238E27FC236}">
                  <a16:creationId xmlns:a16="http://schemas.microsoft.com/office/drawing/2014/main" id="{932778C2-6FEA-481F-8500-BA51B98BF8FD}"/>
                </a:ext>
              </a:extLst>
            </p:cNvPr>
            <p:cNvCxnSpPr>
              <a:cxnSpLocks/>
              <a:endCxn id="54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F72C23F1-9A44-4747-AABF-318A03FD8745}"/>
              </a:ext>
            </a:extLst>
          </p:cNvPr>
          <p:cNvGrpSpPr/>
          <p:nvPr/>
        </p:nvGrpSpPr>
        <p:grpSpPr>
          <a:xfrm>
            <a:off x="4005821" y="4259009"/>
            <a:ext cx="1142998" cy="1457434"/>
            <a:chOff x="2671482" y="3076232"/>
            <a:chExt cx="735106" cy="877607"/>
          </a:xfrm>
        </p:grpSpPr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1E9DEE5-090A-4461-BC9F-CEF9CBA13E9D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0</a:t>
              </a:r>
            </a:p>
          </p:txBody>
        </p:sp>
        <p:cxnSp>
          <p:nvCxnSpPr>
            <p:cNvPr id="75" name="Conector reto 74">
              <a:extLst>
                <a:ext uri="{FF2B5EF4-FFF2-40B4-BE49-F238E27FC236}">
                  <a16:creationId xmlns:a16="http://schemas.microsoft.com/office/drawing/2014/main" id="{D85CE868-C09C-4BB4-8E7C-80D524C86950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to 75">
              <a:extLst>
                <a:ext uri="{FF2B5EF4-FFF2-40B4-BE49-F238E27FC236}">
                  <a16:creationId xmlns:a16="http://schemas.microsoft.com/office/drawing/2014/main" id="{425CC99D-F1C9-42B7-A9A9-70F068B454B3}"/>
                </a:ext>
              </a:extLst>
            </p:cNvPr>
            <p:cNvCxnSpPr>
              <a:cxnSpLocks/>
              <a:endCxn id="74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0C22A9CE-A31E-4317-8F06-6F4DB5B509CA}"/>
              </a:ext>
            </a:extLst>
          </p:cNvPr>
          <p:cNvGrpSpPr/>
          <p:nvPr/>
        </p:nvGrpSpPr>
        <p:grpSpPr>
          <a:xfrm>
            <a:off x="5452118" y="4259009"/>
            <a:ext cx="1142998" cy="1457434"/>
            <a:chOff x="2671482" y="3076232"/>
            <a:chExt cx="735106" cy="877607"/>
          </a:xfrm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1F8F98F7-E401-4D45-883E-EFB250BA370F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0</a:t>
              </a:r>
            </a:p>
          </p:txBody>
        </p:sp>
        <p:cxnSp>
          <p:nvCxnSpPr>
            <p:cNvPr id="79" name="Conector reto 78">
              <a:extLst>
                <a:ext uri="{FF2B5EF4-FFF2-40B4-BE49-F238E27FC236}">
                  <a16:creationId xmlns:a16="http://schemas.microsoft.com/office/drawing/2014/main" id="{5EA7F2D1-2343-4F23-A522-935ACE636FAF}"/>
                </a:ext>
              </a:extLst>
            </p:cNvPr>
            <p:cNvCxnSpPr>
              <a:cxnSpLocks/>
              <a:stCxn id="78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to 79">
              <a:extLst>
                <a:ext uri="{FF2B5EF4-FFF2-40B4-BE49-F238E27FC236}">
                  <a16:creationId xmlns:a16="http://schemas.microsoft.com/office/drawing/2014/main" id="{9A383710-6544-40D9-B25E-1B25375790DC}"/>
                </a:ext>
              </a:extLst>
            </p:cNvPr>
            <p:cNvCxnSpPr>
              <a:cxnSpLocks/>
              <a:endCxn id="78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3A6A18B3-A05A-4B8E-8305-48A6924F14A2}"/>
              </a:ext>
            </a:extLst>
          </p:cNvPr>
          <p:cNvGrpSpPr/>
          <p:nvPr/>
        </p:nvGrpSpPr>
        <p:grpSpPr>
          <a:xfrm>
            <a:off x="6898415" y="4259009"/>
            <a:ext cx="1142998" cy="1457434"/>
            <a:chOff x="2671482" y="3076232"/>
            <a:chExt cx="735106" cy="877607"/>
          </a:xfrm>
        </p:grpSpPr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7084E172-D494-40A1-9DC2-8458AD3F6988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</a:p>
          </p:txBody>
        </p:sp>
        <p:cxnSp>
          <p:nvCxnSpPr>
            <p:cNvPr id="83" name="Conector reto 82">
              <a:extLst>
                <a:ext uri="{FF2B5EF4-FFF2-40B4-BE49-F238E27FC236}">
                  <a16:creationId xmlns:a16="http://schemas.microsoft.com/office/drawing/2014/main" id="{7492DA52-4B51-4100-8D49-AB05A6FD5375}"/>
                </a:ext>
              </a:extLst>
            </p:cNvPr>
            <p:cNvCxnSpPr>
              <a:cxnSpLocks/>
              <a:stCxn id="82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to 83">
              <a:extLst>
                <a:ext uri="{FF2B5EF4-FFF2-40B4-BE49-F238E27FC236}">
                  <a16:creationId xmlns:a16="http://schemas.microsoft.com/office/drawing/2014/main" id="{FB781E2F-019A-4422-A5B3-B5F89A6EAB89}"/>
                </a:ext>
              </a:extLst>
            </p:cNvPr>
            <p:cNvCxnSpPr>
              <a:cxnSpLocks/>
              <a:endCxn id="82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A9780D0A-ED95-4D10-8AD5-E92906920A07}"/>
              </a:ext>
            </a:extLst>
          </p:cNvPr>
          <p:cNvGrpSpPr/>
          <p:nvPr/>
        </p:nvGrpSpPr>
        <p:grpSpPr>
          <a:xfrm>
            <a:off x="8344712" y="4259009"/>
            <a:ext cx="1142998" cy="1457434"/>
            <a:chOff x="2671482" y="3076232"/>
            <a:chExt cx="735106" cy="877607"/>
          </a:xfrm>
        </p:grpSpPr>
        <p:sp>
          <p:nvSpPr>
            <p:cNvPr id="86" name="Retângulo 85">
              <a:extLst>
                <a:ext uri="{FF2B5EF4-FFF2-40B4-BE49-F238E27FC236}">
                  <a16:creationId xmlns:a16="http://schemas.microsoft.com/office/drawing/2014/main" id="{132869E1-906D-49F5-BA81-FCF73C02076E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</a:p>
          </p:txBody>
        </p:sp>
        <p:cxnSp>
          <p:nvCxnSpPr>
            <p:cNvPr id="87" name="Conector reto 86">
              <a:extLst>
                <a:ext uri="{FF2B5EF4-FFF2-40B4-BE49-F238E27FC236}">
                  <a16:creationId xmlns:a16="http://schemas.microsoft.com/office/drawing/2014/main" id="{A5E7944B-DAE4-472F-B036-66A41FE611DB}"/>
                </a:ext>
              </a:extLst>
            </p:cNvPr>
            <p:cNvCxnSpPr>
              <a:cxnSpLocks/>
              <a:stCxn id="86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to 87">
              <a:extLst>
                <a:ext uri="{FF2B5EF4-FFF2-40B4-BE49-F238E27FC236}">
                  <a16:creationId xmlns:a16="http://schemas.microsoft.com/office/drawing/2014/main" id="{F6171A6A-7303-4382-9AE9-3311CE539208}"/>
                </a:ext>
              </a:extLst>
            </p:cNvPr>
            <p:cNvCxnSpPr>
              <a:cxnSpLocks/>
              <a:endCxn id="86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Chave Direita 109">
            <a:extLst>
              <a:ext uri="{FF2B5EF4-FFF2-40B4-BE49-F238E27FC236}">
                <a16:creationId xmlns:a16="http://schemas.microsoft.com/office/drawing/2014/main" id="{8183C3BB-21B1-4036-A969-D2E133B212F0}"/>
              </a:ext>
            </a:extLst>
          </p:cNvPr>
          <p:cNvSpPr/>
          <p:nvPr/>
        </p:nvSpPr>
        <p:spPr>
          <a:xfrm>
            <a:off x="9897467" y="4152900"/>
            <a:ext cx="612226" cy="1684379"/>
          </a:xfrm>
          <a:prstGeom prst="rightBrac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2" name="Freeform 19">
            <a:extLst>
              <a:ext uri="{FF2B5EF4-FFF2-40B4-BE49-F238E27FC236}">
                <a16:creationId xmlns:a16="http://schemas.microsoft.com/office/drawing/2014/main" id="{05D68622-AD02-43A0-A9D2-817F43BA7C9B}"/>
              </a:ext>
            </a:extLst>
          </p:cNvPr>
          <p:cNvSpPr/>
          <p:nvPr/>
        </p:nvSpPr>
        <p:spPr>
          <a:xfrm>
            <a:off x="10871669" y="4259009"/>
            <a:ext cx="1777532" cy="1312759"/>
          </a:xfrm>
          <a:custGeom>
            <a:avLst/>
            <a:gdLst/>
            <a:ahLst/>
            <a:cxnLst/>
            <a:rect l="l" t="t" r="r" b="b"/>
            <a:pathLst>
              <a:path w="890108" h="740242">
                <a:moveTo>
                  <a:pt x="116829" y="0"/>
                </a:moveTo>
                <a:lnTo>
                  <a:pt x="773279" y="0"/>
                </a:lnTo>
                <a:cubicBezTo>
                  <a:pt x="804264" y="0"/>
                  <a:pt x="833980" y="12309"/>
                  <a:pt x="855890" y="34218"/>
                </a:cubicBezTo>
                <a:cubicBezTo>
                  <a:pt x="877799" y="56128"/>
                  <a:pt x="890108" y="85844"/>
                  <a:pt x="890108" y="116829"/>
                </a:cubicBezTo>
                <a:lnTo>
                  <a:pt x="890108" y="623413"/>
                </a:lnTo>
                <a:cubicBezTo>
                  <a:pt x="890108" y="654398"/>
                  <a:pt x="877799" y="684114"/>
                  <a:pt x="855890" y="706023"/>
                </a:cubicBezTo>
                <a:cubicBezTo>
                  <a:pt x="833980" y="727933"/>
                  <a:pt x="804264" y="740242"/>
                  <a:pt x="773279" y="740242"/>
                </a:cubicBezTo>
                <a:lnTo>
                  <a:pt x="116829" y="740242"/>
                </a:lnTo>
                <a:cubicBezTo>
                  <a:pt x="85844" y="740242"/>
                  <a:pt x="56128" y="727933"/>
                  <a:pt x="34218" y="706023"/>
                </a:cubicBezTo>
                <a:cubicBezTo>
                  <a:pt x="12309" y="684114"/>
                  <a:pt x="0" y="654398"/>
                  <a:pt x="0" y="623413"/>
                </a:cubicBezTo>
                <a:lnTo>
                  <a:pt x="0" y="116829"/>
                </a:lnTo>
                <a:cubicBezTo>
                  <a:pt x="0" y="85844"/>
                  <a:pt x="12309" y="56128"/>
                  <a:pt x="34218" y="34218"/>
                </a:cubicBezTo>
                <a:cubicBezTo>
                  <a:pt x="56128" y="12309"/>
                  <a:pt x="85844" y="0"/>
                  <a:pt x="116829" y="0"/>
                </a:cubicBezTo>
                <a:close/>
              </a:path>
            </a:pathLst>
          </a:custGeom>
          <a:solidFill>
            <a:srgbClr val="0066CC"/>
          </a:solidFill>
        </p:spPr>
        <p:txBody>
          <a:bodyPr/>
          <a:lstStyle/>
          <a:p>
            <a:pPr algn="ctr"/>
            <a:endParaRPr lang="pt-BR" dirty="0"/>
          </a:p>
        </p:txBody>
      </p:sp>
      <p:sp>
        <p:nvSpPr>
          <p:cNvPr id="114" name="TextBox 20">
            <a:extLst>
              <a:ext uri="{FF2B5EF4-FFF2-40B4-BE49-F238E27FC236}">
                <a16:creationId xmlns:a16="http://schemas.microsoft.com/office/drawing/2014/main" id="{876BFA83-54AC-421E-87B2-74E409F0DDD8}"/>
              </a:ext>
            </a:extLst>
          </p:cNvPr>
          <p:cNvSpPr txBox="1"/>
          <p:nvPr/>
        </p:nvSpPr>
        <p:spPr>
          <a:xfrm>
            <a:off x="10362508" y="3366672"/>
            <a:ext cx="2655221" cy="262574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5399"/>
              </a:lnSpc>
            </a:pPr>
            <a:r>
              <a:rPr lang="en-US" sz="7200" b="1" spc="-549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116" name="TextBox 20">
            <a:extLst>
              <a:ext uri="{FF2B5EF4-FFF2-40B4-BE49-F238E27FC236}">
                <a16:creationId xmlns:a16="http://schemas.microsoft.com/office/drawing/2014/main" id="{FF78C161-7832-48A5-A7AE-D30219936427}"/>
              </a:ext>
            </a:extLst>
          </p:cNvPr>
          <p:cNvSpPr txBox="1"/>
          <p:nvPr/>
        </p:nvSpPr>
        <p:spPr>
          <a:xfrm>
            <a:off x="10362508" y="5589116"/>
            <a:ext cx="2655221" cy="262574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5399"/>
              </a:lnSpc>
            </a:pPr>
            <a:endParaRPr lang="en-US" sz="7200" b="1" spc="-549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0CA9977A-E42A-4568-93F6-B1B82AD0C024}"/>
              </a:ext>
            </a:extLst>
          </p:cNvPr>
          <p:cNvSpPr txBox="1"/>
          <p:nvPr/>
        </p:nvSpPr>
        <p:spPr>
          <a:xfrm>
            <a:off x="89845" y="9743931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5316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12342" y="2148854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Análise</a:t>
            </a:r>
            <a:r>
              <a:rPr lang="en-US" sz="4500" b="1" spc="-90" dirty="0">
                <a:latin typeface="Open Sauce Bold"/>
                <a:ea typeface="Open Sauce Bold"/>
                <a:cs typeface="Open Sauce Bold"/>
                <a:sym typeface="Open Sauce Bold"/>
              </a:rPr>
              <a:t> de </a:t>
            </a: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sequência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12341" y="2825045"/>
            <a:ext cx="6971966" cy="41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Medição</a:t>
            </a:r>
            <a:r>
              <a:rPr lang="en-US" sz="2399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dissimilaridade</a:t>
            </a:r>
            <a:endParaRPr lang="en-US" sz="2399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997DCC7-80A9-4FB6-A3EE-0433BB15B048}"/>
              </a:ext>
            </a:extLst>
          </p:cNvPr>
          <p:cNvGrpSpPr/>
          <p:nvPr/>
        </p:nvGrpSpPr>
        <p:grpSpPr>
          <a:xfrm>
            <a:off x="13639800" y="7846936"/>
            <a:ext cx="4892107" cy="2340367"/>
            <a:chOff x="13703110" y="3886997"/>
            <a:chExt cx="4892107" cy="2340367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2A57237D-2B3F-4DC9-8F40-C5673DB152D4}"/>
                </a:ext>
              </a:extLst>
            </p:cNvPr>
            <p:cNvSpPr/>
            <p:nvPr/>
          </p:nvSpPr>
          <p:spPr>
            <a:xfrm>
              <a:off x="13895906" y="4139870"/>
              <a:ext cx="457200" cy="381000"/>
            </a:xfrm>
            <a:prstGeom prst="rect">
              <a:avLst/>
            </a:prstGeom>
            <a:solidFill>
              <a:srgbClr val="33A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64FAC091-4244-4649-B3D2-EA1A735BDE9B}"/>
                </a:ext>
              </a:extLst>
            </p:cNvPr>
            <p:cNvSpPr/>
            <p:nvPr/>
          </p:nvSpPr>
          <p:spPr>
            <a:xfrm>
              <a:off x="13894769" y="4866681"/>
              <a:ext cx="457200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F30D7020-823C-4574-8829-F2148372BD48}"/>
                </a:ext>
              </a:extLst>
            </p:cNvPr>
            <p:cNvSpPr/>
            <p:nvPr/>
          </p:nvSpPr>
          <p:spPr>
            <a:xfrm>
              <a:off x="13894769" y="5593492"/>
              <a:ext cx="457200" cy="381000"/>
            </a:xfrm>
            <a:prstGeom prst="rect">
              <a:avLst/>
            </a:prstGeom>
            <a:solidFill>
              <a:srgbClr val="FAB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AEE609FD-DE13-4FB5-A072-182DFF328EB9}"/>
                </a:ext>
              </a:extLst>
            </p:cNvPr>
            <p:cNvSpPr txBox="1"/>
            <p:nvPr/>
          </p:nvSpPr>
          <p:spPr>
            <a:xfrm>
              <a:off x="14527243" y="4127750"/>
              <a:ext cx="4067974" cy="4052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</a:pP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Trabalhador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por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conta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própria</a:t>
              </a:r>
              <a:endPara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38" name="TextBox 17">
              <a:extLst>
                <a:ext uri="{FF2B5EF4-FFF2-40B4-BE49-F238E27FC236}">
                  <a16:creationId xmlns:a16="http://schemas.microsoft.com/office/drawing/2014/main" id="{AFBF2221-65AE-46CA-922E-29EC1558CB84}"/>
                </a:ext>
              </a:extLst>
            </p:cNvPr>
            <p:cNvSpPr txBox="1"/>
            <p:nvPr/>
          </p:nvSpPr>
          <p:spPr>
            <a:xfrm>
              <a:off x="14554140" y="4738261"/>
              <a:ext cx="3505260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/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Desocupado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ou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fora da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força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de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trabalho</a:t>
              </a:r>
              <a:endPara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462EF4AD-BFE0-4EBD-895E-FF2771428F84}"/>
                </a:ext>
              </a:extLst>
            </p:cNvPr>
            <p:cNvSpPr txBox="1"/>
            <p:nvPr/>
          </p:nvSpPr>
          <p:spPr>
            <a:xfrm>
              <a:off x="14527243" y="5551392"/>
              <a:ext cx="4067974" cy="4052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</a:pP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Empregado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do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setor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privado</a:t>
              </a:r>
            </a:p>
          </p:txBody>
        </p:sp>
        <p:grpSp>
          <p:nvGrpSpPr>
            <p:cNvPr id="40" name="Group 18">
              <a:extLst>
                <a:ext uri="{FF2B5EF4-FFF2-40B4-BE49-F238E27FC236}">
                  <a16:creationId xmlns:a16="http://schemas.microsoft.com/office/drawing/2014/main" id="{22B72469-931B-42CC-9DA7-657D4ECBD744}"/>
                </a:ext>
              </a:extLst>
            </p:cNvPr>
            <p:cNvGrpSpPr/>
            <p:nvPr/>
          </p:nvGrpSpPr>
          <p:grpSpPr>
            <a:xfrm>
              <a:off x="13703110" y="3886997"/>
              <a:ext cx="4432490" cy="2340367"/>
              <a:chOff x="0" y="0"/>
              <a:chExt cx="1572386" cy="664536"/>
            </a:xfrm>
          </p:grpSpPr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id="{DE2B79A1-C265-4081-AA55-39045882A985}"/>
                  </a:ext>
                </a:extLst>
              </p:cNvPr>
              <p:cNvSpPr/>
              <p:nvPr/>
            </p:nvSpPr>
            <p:spPr>
              <a:xfrm>
                <a:off x="0" y="0"/>
                <a:ext cx="1572386" cy="664536"/>
              </a:xfrm>
              <a:custGeom>
                <a:avLst/>
                <a:gdLst/>
                <a:ahLst/>
                <a:cxnLst/>
                <a:rect l="l" t="t" r="r" b="b"/>
                <a:pathLst>
                  <a:path w="1572386" h="664536">
                    <a:moveTo>
                      <a:pt x="39098" y="0"/>
                    </a:moveTo>
                    <a:lnTo>
                      <a:pt x="1533288" y="0"/>
                    </a:lnTo>
                    <a:cubicBezTo>
                      <a:pt x="1554882" y="0"/>
                      <a:pt x="1572386" y="17505"/>
                      <a:pt x="1572386" y="39098"/>
                    </a:cubicBezTo>
                    <a:lnTo>
                      <a:pt x="1572386" y="625438"/>
                    </a:lnTo>
                    <a:cubicBezTo>
                      <a:pt x="1572386" y="635808"/>
                      <a:pt x="1568267" y="645753"/>
                      <a:pt x="1560935" y="653085"/>
                    </a:cubicBezTo>
                    <a:cubicBezTo>
                      <a:pt x="1553603" y="660417"/>
                      <a:pt x="1543658" y="664536"/>
                      <a:pt x="1533288" y="664536"/>
                    </a:cubicBezTo>
                    <a:lnTo>
                      <a:pt x="39098" y="664536"/>
                    </a:lnTo>
                    <a:cubicBezTo>
                      <a:pt x="17505" y="664536"/>
                      <a:pt x="0" y="647032"/>
                      <a:pt x="0" y="625438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ln w="28575" cap="rnd">
                <a:solidFill>
                  <a:srgbClr val="FAB31A"/>
                </a:solidFill>
                <a:prstDash val="solid"/>
                <a:round/>
              </a:ln>
            </p:spPr>
          </p:sp>
          <p:sp>
            <p:nvSpPr>
              <p:cNvPr id="42" name="TextBox 20">
                <a:extLst>
                  <a:ext uri="{FF2B5EF4-FFF2-40B4-BE49-F238E27FC236}">
                    <a16:creationId xmlns:a16="http://schemas.microsoft.com/office/drawing/2014/main" id="{EB2F66BA-4BF4-4CC7-A81B-29E905910B5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572386" cy="693111"/>
              </a:xfrm>
              <a:prstGeom prst="rect">
                <a:avLst/>
              </a:prstGeom>
            </p:spPr>
            <p:txBody>
              <a:bodyPr lIns="36500" tIns="36500" rIns="36500" bIns="36500" rtlCol="0" anchor="ctr"/>
              <a:lstStyle/>
              <a:p>
                <a:pPr algn="ctr">
                  <a:lnSpc>
                    <a:spcPts val="1911"/>
                  </a:lnSpc>
                </a:pPr>
                <a:endParaRPr/>
              </a:p>
            </p:txBody>
          </p:sp>
        </p:grpSp>
      </p:grp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9BE8394D-41AD-48DC-9E8F-1BEF9826F720}"/>
              </a:ext>
            </a:extLst>
          </p:cNvPr>
          <p:cNvGraphicFramePr>
            <a:graphicFrameLocks noGrp="1"/>
          </p:cNvGraphicFramePr>
          <p:nvPr/>
        </p:nvGraphicFramePr>
        <p:xfrm>
          <a:off x="678767" y="5718911"/>
          <a:ext cx="8915400" cy="641201"/>
        </p:xfrm>
        <a:graphic>
          <a:graphicData uri="http://schemas.openxmlformats.org/drawingml/2006/table">
            <a:tbl>
              <a:tblPr/>
              <a:tblGrid>
                <a:gridCol w="1692795">
                  <a:extLst>
                    <a:ext uri="{9D8B030D-6E8A-4147-A177-3AD203B41FA5}">
                      <a16:colId xmlns:a16="http://schemas.microsoft.com/office/drawing/2014/main" val="3358891588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458113587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311348611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540590190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1008074513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101315491"/>
                    </a:ext>
                  </a:extLst>
                </a:gridCol>
              </a:tblGrid>
              <a:tr h="641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Indivíduo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464321"/>
                  </a:ext>
                </a:extLst>
              </a:tr>
            </a:tbl>
          </a:graphicData>
        </a:graphic>
      </p:graphicFrame>
      <p:graphicFrame>
        <p:nvGraphicFramePr>
          <p:cNvPr id="48" name="Tabela 47">
            <a:extLst>
              <a:ext uri="{FF2B5EF4-FFF2-40B4-BE49-F238E27FC236}">
                <a16:creationId xmlns:a16="http://schemas.microsoft.com/office/drawing/2014/main" id="{025CB121-9B28-43DE-9597-4C1E5FD76E58}"/>
              </a:ext>
            </a:extLst>
          </p:cNvPr>
          <p:cNvGraphicFramePr>
            <a:graphicFrameLocks noGrp="1"/>
          </p:cNvGraphicFramePr>
          <p:nvPr/>
        </p:nvGraphicFramePr>
        <p:xfrm>
          <a:off x="678767" y="3620276"/>
          <a:ext cx="8915400" cy="641201"/>
        </p:xfrm>
        <a:graphic>
          <a:graphicData uri="http://schemas.openxmlformats.org/drawingml/2006/table">
            <a:tbl>
              <a:tblPr/>
              <a:tblGrid>
                <a:gridCol w="1692795">
                  <a:extLst>
                    <a:ext uri="{9D8B030D-6E8A-4147-A177-3AD203B41FA5}">
                      <a16:colId xmlns:a16="http://schemas.microsoft.com/office/drawing/2014/main" val="3358891588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458113587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311348611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540590190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1008074513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101315491"/>
                    </a:ext>
                  </a:extLst>
                </a:gridCol>
              </a:tblGrid>
              <a:tr h="641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Indivíduo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464321"/>
                  </a:ext>
                </a:extLst>
              </a:tr>
            </a:tbl>
          </a:graphicData>
        </a:graphic>
      </p:graphicFrame>
      <p:graphicFrame>
        <p:nvGraphicFramePr>
          <p:cNvPr id="49" name="Tabela 48">
            <a:extLst>
              <a:ext uri="{FF2B5EF4-FFF2-40B4-BE49-F238E27FC236}">
                <a16:creationId xmlns:a16="http://schemas.microsoft.com/office/drawing/2014/main" id="{F34B81CF-C5A8-4DEF-B9D6-065F95440E86}"/>
              </a:ext>
            </a:extLst>
          </p:cNvPr>
          <p:cNvGraphicFramePr>
            <a:graphicFrameLocks noGrp="1"/>
          </p:cNvGraphicFramePr>
          <p:nvPr/>
        </p:nvGraphicFramePr>
        <p:xfrm>
          <a:off x="678767" y="7817545"/>
          <a:ext cx="8915400" cy="641201"/>
        </p:xfrm>
        <a:graphic>
          <a:graphicData uri="http://schemas.openxmlformats.org/drawingml/2006/table">
            <a:tbl>
              <a:tblPr/>
              <a:tblGrid>
                <a:gridCol w="1692795">
                  <a:extLst>
                    <a:ext uri="{9D8B030D-6E8A-4147-A177-3AD203B41FA5}">
                      <a16:colId xmlns:a16="http://schemas.microsoft.com/office/drawing/2014/main" val="3358891588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458113587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311348611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540590190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1008074513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101315491"/>
                    </a:ext>
                  </a:extLst>
                </a:gridCol>
              </a:tblGrid>
              <a:tr h="641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Indivíduo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464321"/>
                  </a:ext>
                </a:extLst>
              </a:tr>
            </a:tbl>
          </a:graphicData>
        </a:graphic>
      </p:graphicFrame>
      <p:grpSp>
        <p:nvGrpSpPr>
          <p:cNvPr id="53" name="Agrupar 52">
            <a:extLst>
              <a:ext uri="{FF2B5EF4-FFF2-40B4-BE49-F238E27FC236}">
                <a16:creationId xmlns:a16="http://schemas.microsoft.com/office/drawing/2014/main" id="{BD64E317-AB2E-49E4-9F45-97FA9B72587E}"/>
              </a:ext>
            </a:extLst>
          </p:cNvPr>
          <p:cNvGrpSpPr/>
          <p:nvPr/>
        </p:nvGrpSpPr>
        <p:grpSpPr>
          <a:xfrm>
            <a:off x="2559524" y="4259009"/>
            <a:ext cx="1142998" cy="1457434"/>
            <a:chOff x="2671482" y="3076232"/>
            <a:chExt cx="735106" cy="877607"/>
          </a:xfrm>
        </p:grpSpPr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id="{DCC36A86-A073-4141-B4D4-230B3E1A2783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0</a:t>
              </a:r>
            </a:p>
          </p:txBody>
        </p:sp>
        <p:cxnSp>
          <p:nvCxnSpPr>
            <p:cNvPr id="55" name="Conector reto 54">
              <a:extLst>
                <a:ext uri="{FF2B5EF4-FFF2-40B4-BE49-F238E27FC236}">
                  <a16:creationId xmlns:a16="http://schemas.microsoft.com/office/drawing/2014/main" id="{3FC506BE-6B61-4D4E-9EC8-97E2FB16A0D4}"/>
                </a:ext>
              </a:extLst>
            </p:cNvPr>
            <p:cNvCxnSpPr>
              <a:cxnSpLocks/>
              <a:stCxn id="54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>
              <a:extLst>
                <a:ext uri="{FF2B5EF4-FFF2-40B4-BE49-F238E27FC236}">
                  <a16:creationId xmlns:a16="http://schemas.microsoft.com/office/drawing/2014/main" id="{932778C2-6FEA-481F-8500-BA51B98BF8FD}"/>
                </a:ext>
              </a:extLst>
            </p:cNvPr>
            <p:cNvCxnSpPr>
              <a:cxnSpLocks/>
              <a:endCxn id="54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F72C23F1-9A44-4747-AABF-318A03FD8745}"/>
              </a:ext>
            </a:extLst>
          </p:cNvPr>
          <p:cNvGrpSpPr/>
          <p:nvPr/>
        </p:nvGrpSpPr>
        <p:grpSpPr>
          <a:xfrm>
            <a:off x="4005821" y="4259009"/>
            <a:ext cx="1142998" cy="1457434"/>
            <a:chOff x="2671482" y="3076232"/>
            <a:chExt cx="735106" cy="877607"/>
          </a:xfrm>
        </p:grpSpPr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1E9DEE5-090A-4461-BC9F-CEF9CBA13E9D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0</a:t>
              </a:r>
            </a:p>
          </p:txBody>
        </p:sp>
        <p:cxnSp>
          <p:nvCxnSpPr>
            <p:cNvPr id="75" name="Conector reto 74">
              <a:extLst>
                <a:ext uri="{FF2B5EF4-FFF2-40B4-BE49-F238E27FC236}">
                  <a16:creationId xmlns:a16="http://schemas.microsoft.com/office/drawing/2014/main" id="{D85CE868-C09C-4BB4-8E7C-80D524C86950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to 75">
              <a:extLst>
                <a:ext uri="{FF2B5EF4-FFF2-40B4-BE49-F238E27FC236}">
                  <a16:creationId xmlns:a16="http://schemas.microsoft.com/office/drawing/2014/main" id="{425CC99D-F1C9-42B7-A9A9-70F068B454B3}"/>
                </a:ext>
              </a:extLst>
            </p:cNvPr>
            <p:cNvCxnSpPr>
              <a:cxnSpLocks/>
              <a:endCxn id="74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0C22A9CE-A31E-4317-8F06-6F4DB5B509CA}"/>
              </a:ext>
            </a:extLst>
          </p:cNvPr>
          <p:cNvGrpSpPr/>
          <p:nvPr/>
        </p:nvGrpSpPr>
        <p:grpSpPr>
          <a:xfrm>
            <a:off x="5452118" y="4259009"/>
            <a:ext cx="1142998" cy="1457434"/>
            <a:chOff x="2671482" y="3076232"/>
            <a:chExt cx="735106" cy="877607"/>
          </a:xfrm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1F8F98F7-E401-4D45-883E-EFB250BA370F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0</a:t>
              </a:r>
            </a:p>
          </p:txBody>
        </p:sp>
        <p:cxnSp>
          <p:nvCxnSpPr>
            <p:cNvPr id="79" name="Conector reto 78">
              <a:extLst>
                <a:ext uri="{FF2B5EF4-FFF2-40B4-BE49-F238E27FC236}">
                  <a16:creationId xmlns:a16="http://schemas.microsoft.com/office/drawing/2014/main" id="{5EA7F2D1-2343-4F23-A522-935ACE636FAF}"/>
                </a:ext>
              </a:extLst>
            </p:cNvPr>
            <p:cNvCxnSpPr>
              <a:cxnSpLocks/>
              <a:stCxn id="78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to 79">
              <a:extLst>
                <a:ext uri="{FF2B5EF4-FFF2-40B4-BE49-F238E27FC236}">
                  <a16:creationId xmlns:a16="http://schemas.microsoft.com/office/drawing/2014/main" id="{9A383710-6544-40D9-B25E-1B25375790DC}"/>
                </a:ext>
              </a:extLst>
            </p:cNvPr>
            <p:cNvCxnSpPr>
              <a:cxnSpLocks/>
              <a:endCxn id="78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3A6A18B3-A05A-4B8E-8305-48A6924F14A2}"/>
              </a:ext>
            </a:extLst>
          </p:cNvPr>
          <p:cNvGrpSpPr/>
          <p:nvPr/>
        </p:nvGrpSpPr>
        <p:grpSpPr>
          <a:xfrm>
            <a:off x="6898415" y="4259009"/>
            <a:ext cx="1142998" cy="1457434"/>
            <a:chOff x="2671482" y="3076232"/>
            <a:chExt cx="735106" cy="877607"/>
          </a:xfrm>
        </p:grpSpPr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7084E172-D494-40A1-9DC2-8458AD3F6988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</a:p>
          </p:txBody>
        </p:sp>
        <p:cxnSp>
          <p:nvCxnSpPr>
            <p:cNvPr id="83" name="Conector reto 82">
              <a:extLst>
                <a:ext uri="{FF2B5EF4-FFF2-40B4-BE49-F238E27FC236}">
                  <a16:creationId xmlns:a16="http://schemas.microsoft.com/office/drawing/2014/main" id="{7492DA52-4B51-4100-8D49-AB05A6FD5375}"/>
                </a:ext>
              </a:extLst>
            </p:cNvPr>
            <p:cNvCxnSpPr>
              <a:cxnSpLocks/>
              <a:stCxn id="82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to 83">
              <a:extLst>
                <a:ext uri="{FF2B5EF4-FFF2-40B4-BE49-F238E27FC236}">
                  <a16:creationId xmlns:a16="http://schemas.microsoft.com/office/drawing/2014/main" id="{FB781E2F-019A-4422-A5B3-B5F89A6EAB89}"/>
                </a:ext>
              </a:extLst>
            </p:cNvPr>
            <p:cNvCxnSpPr>
              <a:cxnSpLocks/>
              <a:endCxn id="82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A9780D0A-ED95-4D10-8AD5-E92906920A07}"/>
              </a:ext>
            </a:extLst>
          </p:cNvPr>
          <p:cNvGrpSpPr/>
          <p:nvPr/>
        </p:nvGrpSpPr>
        <p:grpSpPr>
          <a:xfrm>
            <a:off x="8344712" y="4259009"/>
            <a:ext cx="1142998" cy="1457434"/>
            <a:chOff x="2671482" y="3076232"/>
            <a:chExt cx="735106" cy="877607"/>
          </a:xfrm>
        </p:grpSpPr>
        <p:sp>
          <p:nvSpPr>
            <p:cNvPr id="86" name="Retângulo 85">
              <a:extLst>
                <a:ext uri="{FF2B5EF4-FFF2-40B4-BE49-F238E27FC236}">
                  <a16:creationId xmlns:a16="http://schemas.microsoft.com/office/drawing/2014/main" id="{132869E1-906D-49F5-BA81-FCF73C02076E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</a:p>
          </p:txBody>
        </p:sp>
        <p:cxnSp>
          <p:nvCxnSpPr>
            <p:cNvPr id="87" name="Conector reto 86">
              <a:extLst>
                <a:ext uri="{FF2B5EF4-FFF2-40B4-BE49-F238E27FC236}">
                  <a16:creationId xmlns:a16="http://schemas.microsoft.com/office/drawing/2014/main" id="{A5E7944B-DAE4-472F-B036-66A41FE611DB}"/>
                </a:ext>
              </a:extLst>
            </p:cNvPr>
            <p:cNvCxnSpPr>
              <a:cxnSpLocks/>
              <a:stCxn id="86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to 87">
              <a:extLst>
                <a:ext uri="{FF2B5EF4-FFF2-40B4-BE49-F238E27FC236}">
                  <a16:creationId xmlns:a16="http://schemas.microsoft.com/office/drawing/2014/main" id="{F6171A6A-7303-4382-9AE9-3311CE539208}"/>
                </a:ext>
              </a:extLst>
            </p:cNvPr>
            <p:cNvCxnSpPr>
              <a:cxnSpLocks/>
              <a:endCxn id="86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FB11C9BC-E6E8-4F81-B944-569E431C7DF9}"/>
              </a:ext>
            </a:extLst>
          </p:cNvPr>
          <p:cNvGrpSpPr/>
          <p:nvPr/>
        </p:nvGrpSpPr>
        <p:grpSpPr>
          <a:xfrm>
            <a:off x="2545805" y="6360110"/>
            <a:ext cx="1142998" cy="1457434"/>
            <a:chOff x="2671482" y="3076232"/>
            <a:chExt cx="735106" cy="877607"/>
          </a:xfrm>
        </p:grpSpPr>
        <p:sp>
          <p:nvSpPr>
            <p:cNvPr id="90" name="Retângulo 89">
              <a:extLst>
                <a:ext uri="{FF2B5EF4-FFF2-40B4-BE49-F238E27FC236}">
                  <a16:creationId xmlns:a16="http://schemas.microsoft.com/office/drawing/2014/main" id="{3DB797C4-816E-4D58-B706-BDC432FED5E6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</a:p>
          </p:txBody>
        </p:sp>
        <p:cxnSp>
          <p:nvCxnSpPr>
            <p:cNvPr id="91" name="Conector reto 90">
              <a:extLst>
                <a:ext uri="{FF2B5EF4-FFF2-40B4-BE49-F238E27FC236}">
                  <a16:creationId xmlns:a16="http://schemas.microsoft.com/office/drawing/2014/main" id="{7BA284AE-74C0-43A1-B981-DD281691635D}"/>
                </a:ext>
              </a:extLst>
            </p:cNvPr>
            <p:cNvCxnSpPr>
              <a:cxnSpLocks/>
              <a:stCxn id="90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reto 91">
              <a:extLst>
                <a:ext uri="{FF2B5EF4-FFF2-40B4-BE49-F238E27FC236}">
                  <a16:creationId xmlns:a16="http://schemas.microsoft.com/office/drawing/2014/main" id="{577EA072-74C3-4854-9B09-61D8E02F53CC}"/>
                </a:ext>
              </a:extLst>
            </p:cNvPr>
            <p:cNvCxnSpPr>
              <a:cxnSpLocks/>
              <a:endCxn id="90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5FB34ACB-E8F1-492F-8F4D-47BCC4569AE2}"/>
              </a:ext>
            </a:extLst>
          </p:cNvPr>
          <p:cNvGrpSpPr/>
          <p:nvPr/>
        </p:nvGrpSpPr>
        <p:grpSpPr>
          <a:xfrm>
            <a:off x="3992102" y="6360110"/>
            <a:ext cx="1142998" cy="1457434"/>
            <a:chOff x="2671482" y="3076232"/>
            <a:chExt cx="735106" cy="877607"/>
          </a:xfrm>
        </p:grpSpPr>
        <p:sp>
          <p:nvSpPr>
            <p:cNvPr id="94" name="Retângulo 93">
              <a:extLst>
                <a:ext uri="{FF2B5EF4-FFF2-40B4-BE49-F238E27FC236}">
                  <a16:creationId xmlns:a16="http://schemas.microsoft.com/office/drawing/2014/main" id="{04A721ED-DE1A-4984-B173-C4F8AAA28957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0</a:t>
              </a:r>
            </a:p>
          </p:txBody>
        </p:sp>
        <p:cxnSp>
          <p:nvCxnSpPr>
            <p:cNvPr id="95" name="Conector reto 94">
              <a:extLst>
                <a:ext uri="{FF2B5EF4-FFF2-40B4-BE49-F238E27FC236}">
                  <a16:creationId xmlns:a16="http://schemas.microsoft.com/office/drawing/2014/main" id="{F832C0B1-7711-4233-8F35-D541FE270645}"/>
                </a:ext>
              </a:extLst>
            </p:cNvPr>
            <p:cNvCxnSpPr>
              <a:cxnSpLocks/>
              <a:stCxn id="94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to 95">
              <a:extLst>
                <a:ext uri="{FF2B5EF4-FFF2-40B4-BE49-F238E27FC236}">
                  <a16:creationId xmlns:a16="http://schemas.microsoft.com/office/drawing/2014/main" id="{F0E2A2E0-AC5D-4FA9-A3B7-97B2C384BA45}"/>
                </a:ext>
              </a:extLst>
            </p:cNvPr>
            <p:cNvCxnSpPr>
              <a:cxnSpLocks/>
              <a:endCxn id="94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A6222484-88C4-47C7-B88F-8E7A3DB8EF9A}"/>
              </a:ext>
            </a:extLst>
          </p:cNvPr>
          <p:cNvGrpSpPr/>
          <p:nvPr/>
        </p:nvGrpSpPr>
        <p:grpSpPr>
          <a:xfrm>
            <a:off x="5438399" y="6360110"/>
            <a:ext cx="1142998" cy="1457434"/>
            <a:chOff x="2671482" y="3076232"/>
            <a:chExt cx="735106" cy="877607"/>
          </a:xfrm>
        </p:grpSpPr>
        <p:sp>
          <p:nvSpPr>
            <p:cNvPr id="98" name="Retângulo 97">
              <a:extLst>
                <a:ext uri="{FF2B5EF4-FFF2-40B4-BE49-F238E27FC236}">
                  <a16:creationId xmlns:a16="http://schemas.microsoft.com/office/drawing/2014/main" id="{F5D842EC-BD05-42D4-81A8-6637F87BEA6A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</a:p>
          </p:txBody>
        </p:sp>
        <p:cxnSp>
          <p:nvCxnSpPr>
            <p:cNvPr id="99" name="Conector reto 98">
              <a:extLst>
                <a:ext uri="{FF2B5EF4-FFF2-40B4-BE49-F238E27FC236}">
                  <a16:creationId xmlns:a16="http://schemas.microsoft.com/office/drawing/2014/main" id="{380D2291-23E8-4179-9CE8-601F9DCADEC8}"/>
                </a:ext>
              </a:extLst>
            </p:cNvPr>
            <p:cNvCxnSpPr>
              <a:cxnSpLocks/>
              <a:stCxn id="98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reto 99">
              <a:extLst>
                <a:ext uri="{FF2B5EF4-FFF2-40B4-BE49-F238E27FC236}">
                  <a16:creationId xmlns:a16="http://schemas.microsoft.com/office/drawing/2014/main" id="{7C898C0B-7D6C-47C8-A2B4-4B36E3AB30DD}"/>
                </a:ext>
              </a:extLst>
            </p:cNvPr>
            <p:cNvCxnSpPr>
              <a:cxnSpLocks/>
              <a:endCxn id="98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1AB6F1C7-D208-4B61-BF32-963437B51D6F}"/>
              </a:ext>
            </a:extLst>
          </p:cNvPr>
          <p:cNvGrpSpPr/>
          <p:nvPr/>
        </p:nvGrpSpPr>
        <p:grpSpPr>
          <a:xfrm>
            <a:off x="6884696" y="6360110"/>
            <a:ext cx="1142998" cy="1457434"/>
            <a:chOff x="2671482" y="3076232"/>
            <a:chExt cx="735106" cy="877607"/>
          </a:xfrm>
        </p:grpSpPr>
        <p:sp>
          <p:nvSpPr>
            <p:cNvPr id="102" name="Retângulo 101">
              <a:extLst>
                <a:ext uri="{FF2B5EF4-FFF2-40B4-BE49-F238E27FC236}">
                  <a16:creationId xmlns:a16="http://schemas.microsoft.com/office/drawing/2014/main" id="{B7253B01-3220-442F-B3A5-96AF3C222A2B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0</a:t>
              </a:r>
            </a:p>
          </p:txBody>
        </p:sp>
        <p:cxnSp>
          <p:nvCxnSpPr>
            <p:cNvPr id="103" name="Conector reto 102">
              <a:extLst>
                <a:ext uri="{FF2B5EF4-FFF2-40B4-BE49-F238E27FC236}">
                  <a16:creationId xmlns:a16="http://schemas.microsoft.com/office/drawing/2014/main" id="{F831AA19-6538-464D-9D77-D5B0EECC9287}"/>
                </a:ext>
              </a:extLst>
            </p:cNvPr>
            <p:cNvCxnSpPr>
              <a:cxnSpLocks/>
              <a:stCxn id="102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to 103">
              <a:extLst>
                <a:ext uri="{FF2B5EF4-FFF2-40B4-BE49-F238E27FC236}">
                  <a16:creationId xmlns:a16="http://schemas.microsoft.com/office/drawing/2014/main" id="{7E91DC0F-D2E4-4407-925D-383A9ADA0CB8}"/>
                </a:ext>
              </a:extLst>
            </p:cNvPr>
            <p:cNvCxnSpPr>
              <a:cxnSpLocks/>
              <a:endCxn id="102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51643FE1-87F0-4199-B7DB-DDB36A0CED4B}"/>
              </a:ext>
            </a:extLst>
          </p:cNvPr>
          <p:cNvGrpSpPr/>
          <p:nvPr/>
        </p:nvGrpSpPr>
        <p:grpSpPr>
          <a:xfrm>
            <a:off x="8330993" y="6360110"/>
            <a:ext cx="1142998" cy="1457434"/>
            <a:chOff x="2671482" y="3076232"/>
            <a:chExt cx="735106" cy="877607"/>
          </a:xfrm>
        </p:grpSpPr>
        <p:sp>
          <p:nvSpPr>
            <p:cNvPr id="106" name="Retângulo 105">
              <a:extLst>
                <a:ext uri="{FF2B5EF4-FFF2-40B4-BE49-F238E27FC236}">
                  <a16:creationId xmlns:a16="http://schemas.microsoft.com/office/drawing/2014/main" id="{2874383D-FB3E-4539-8C92-6EAAD25BC235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</a:p>
          </p:txBody>
        </p:sp>
        <p:cxnSp>
          <p:nvCxnSpPr>
            <p:cNvPr id="107" name="Conector reto 106">
              <a:extLst>
                <a:ext uri="{FF2B5EF4-FFF2-40B4-BE49-F238E27FC236}">
                  <a16:creationId xmlns:a16="http://schemas.microsoft.com/office/drawing/2014/main" id="{15DDF4A7-E403-41FB-90A9-96B1102E02F4}"/>
                </a:ext>
              </a:extLst>
            </p:cNvPr>
            <p:cNvCxnSpPr>
              <a:cxnSpLocks/>
              <a:stCxn id="106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reto 107">
              <a:extLst>
                <a:ext uri="{FF2B5EF4-FFF2-40B4-BE49-F238E27FC236}">
                  <a16:creationId xmlns:a16="http://schemas.microsoft.com/office/drawing/2014/main" id="{A971BF9C-A308-40B3-91FE-2C8258C98560}"/>
                </a:ext>
              </a:extLst>
            </p:cNvPr>
            <p:cNvCxnSpPr>
              <a:cxnSpLocks/>
              <a:endCxn id="106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Chave Direita 109">
            <a:extLst>
              <a:ext uri="{FF2B5EF4-FFF2-40B4-BE49-F238E27FC236}">
                <a16:creationId xmlns:a16="http://schemas.microsoft.com/office/drawing/2014/main" id="{8183C3BB-21B1-4036-A969-D2E133B212F0}"/>
              </a:ext>
            </a:extLst>
          </p:cNvPr>
          <p:cNvSpPr/>
          <p:nvPr/>
        </p:nvSpPr>
        <p:spPr>
          <a:xfrm>
            <a:off x="9897467" y="4152900"/>
            <a:ext cx="612226" cy="1684379"/>
          </a:xfrm>
          <a:prstGeom prst="rightBrac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" name="Chave Direita 110">
            <a:extLst>
              <a:ext uri="{FF2B5EF4-FFF2-40B4-BE49-F238E27FC236}">
                <a16:creationId xmlns:a16="http://schemas.microsoft.com/office/drawing/2014/main" id="{07655DE2-DACF-4017-B50A-01CF46CB1A04}"/>
              </a:ext>
            </a:extLst>
          </p:cNvPr>
          <p:cNvSpPr/>
          <p:nvPr/>
        </p:nvSpPr>
        <p:spPr>
          <a:xfrm>
            <a:off x="9897466" y="6357934"/>
            <a:ext cx="612226" cy="1684379"/>
          </a:xfrm>
          <a:prstGeom prst="rightBrac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2" name="Freeform 19">
            <a:extLst>
              <a:ext uri="{FF2B5EF4-FFF2-40B4-BE49-F238E27FC236}">
                <a16:creationId xmlns:a16="http://schemas.microsoft.com/office/drawing/2014/main" id="{05D68622-AD02-43A0-A9D2-817F43BA7C9B}"/>
              </a:ext>
            </a:extLst>
          </p:cNvPr>
          <p:cNvSpPr/>
          <p:nvPr/>
        </p:nvSpPr>
        <p:spPr>
          <a:xfrm>
            <a:off x="10871669" y="4259009"/>
            <a:ext cx="1777532" cy="1312759"/>
          </a:xfrm>
          <a:custGeom>
            <a:avLst/>
            <a:gdLst/>
            <a:ahLst/>
            <a:cxnLst/>
            <a:rect l="l" t="t" r="r" b="b"/>
            <a:pathLst>
              <a:path w="890108" h="740242">
                <a:moveTo>
                  <a:pt x="116829" y="0"/>
                </a:moveTo>
                <a:lnTo>
                  <a:pt x="773279" y="0"/>
                </a:lnTo>
                <a:cubicBezTo>
                  <a:pt x="804264" y="0"/>
                  <a:pt x="833980" y="12309"/>
                  <a:pt x="855890" y="34218"/>
                </a:cubicBezTo>
                <a:cubicBezTo>
                  <a:pt x="877799" y="56128"/>
                  <a:pt x="890108" y="85844"/>
                  <a:pt x="890108" y="116829"/>
                </a:cubicBezTo>
                <a:lnTo>
                  <a:pt x="890108" y="623413"/>
                </a:lnTo>
                <a:cubicBezTo>
                  <a:pt x="890108" y="654398"/>
                  <a:pt x="877799" y="684114"/>
                  <a:pt x="855890" y="706023"/>
                </a:cubicBezTo>
                <a:cubicBezTo>
                  <a:pt x="833980" y="727933"/>
                  <a:pt x="804264" y="740242"/>
                  <a:pt x="773279" y="740242"/>
                </a:cubicBezTo>
                <a:lnTo>
                  <a:pt x="116829" y="740242"/>
                </a:lnTo>
                <a:cubicBezTo>
                  <a:pt x="85844" y="740242"/>
                  <a:pt x="56128" y="727933"/>
                  <a:pt x="34218" y="706023"/>
                </a:cubicBezTo>
                <a:cubicBezTo>
                  <a:pt x="12309" y="684114"/>
                  <a:pt x="0" y="654398"/>
                  <a:pt x="0" y="623413"/>
                </a:cubicBezTo>
                <a:lnTo>
                  <a:pt x="0" y="116829"/>
                </a:lnTo>
                <a:cubicBezTo>
                  <a:pt x="0" y="85844"/>
                  <a:pt x="12309" y="56128"/>
                  <a:pt x="34218" y="34218"/>
                </a:cubicBezTo>
                <a:cubicBezTo>
                  <a:pt x="56128" y="12309"/>
                  <a:pt x="85844" y="0"/>
                  <a:pt x="116829" y="0"/>
                </a:cubicBezTo>
                <a:close/>
              </a:path>
            </a:pathLst>
          </a:custGeom>
          <a:solidFill>
            <a:srgbClr val="0066CC"/>
          </a:solidFill>
        </p:spPr>
        <p:txBody>
          <a:bodyPr/>
          <a:lstStyle/>
          <a:p>
            <a:pPr algn="ctr"/>
            <a:endParaRPr lang="pt-BR" dirty="0"/>
          </a:p>
        </p:txBody>
      </p:sp>
      <p:sp>
        <p:nvSpPr>
          <p:cNvPr id="114" name="TextBox 20">
            <a:extLst>
              <a:ext uri="{FF2B5EF4-FFF2-40B4-BE49-F238E27FC236}">
                <a16:creationId xmlns:a16="http://schemas.microsoft.com/office/drawing/2014/main" id="{876BFA83-54AC-421E-87B2-74E409F0DDD8}"/>
              </a:ext>
            </a:extLst>
          </p:cNvPr>
          <p:cNvSpPr txBox="1"/>
          <p:nvPr/>
        </p:nvSpPr>
        <p:spPr>
          <a:xfrm>
            <a:off x="10362508" y="3366672"/>
            <a:ext cx="2655221" cy="262574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5399"/>
              </a:lnSpc>
            </a:pPr>
            <a:r>
              <a:rPr lang="en-US" sz="7200" b="1" spc="-549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115" name="Freeform 19">
            <a:extLst>
              <a:ext uri="{FF2B5EF4-FFF2-40B4-BE49-F238E27FC236}">
                <a16:creationId xmlns:a16="http://schemas.microsoft.com/office/drawing/2014/main" id="{EFD81D88-FF68-4753-8E67-98AEBB22F383}"/>
              </a:ext>
            </a:extLst>
          </p:cNvPr>
          <p:cNvSpPr/>
          <p:nvPr/>
        </p:nvSpPr>
        <p:spPr>
          <a:xfrm>
            <a:off x="10871669" y="6481453"/>
            <a:ext cx="1777532" cy="1312759"/>
          </a:xfrm>
          <a:custGeom>
            <a:avLst/>
            <a:gdLst/>
            <a:ahLst/>
            <a:cxnLst/>
            <a:rect l="l" t="t" r="r" b="b"/>
            <a:pathLst>
              <a:path w="890108" h="740242">
                <a:moveTo>
                  <a:pt x="116829" y="0"/>
                </a:moveTo>
                <a:lnTo>
                  <a:pt x="773279" y="0"/>
                </a:lnTo>
                <a:cubicBezTo>
                  <a:pt x="804264" y="0"/>
                  <a:pt x="833980" y="12309"/>
                  <a:pt x="855890" y="34218"/>
                </a:cubicBezTo>
                <a:cubicBezTo>
                  <a:pt x="877799" y="56128"/>
                  <a:pt x="890108" y="85844"/>
                  <a:pt x="890108" y="116829"/>
                </a:cubicBezTo>
                <a:lnTo>
                  <a:pt x="890108" y="623413"/>
                </a:lnTo>
                <a:cubicBezTo>
                  <a:pt x="890108" y="654398"/>
                  <a:pt x="877799" y="684114"/>
                  <a:pt x="855890" y="706023"/>
                </a:cubicBezTo>
                <a:cubicBezTo>
                  <a:pt x="833980" y="727933"/>
                  <a:pt x="804264" y="740242"/>
                  <a:pt x="773279" y="740242"/>
                </a:cubicBezTo>
                <a:lnTo>
                  <a:pt x="116829" y="740242"/>
                </a:lnTo>
                <a:cubicBezTo>
                  <a:pt x="85844" y="740242"/>
                  <a:pt x="56128" y="727933"/>
                  <a:pt x="34218" y="706023"/>
                </a:cubicBezTo>
                <a:cubicBezTo>
                  <a:pt x="12309" y="684114"/>
                  <a:pt x="0" y="654398"/>
                  <a:pt x="0" y="623413"/>
                </a:cubicBezTo>
                <a:lnTo>
                  <a:pt x="0" y="116829"/>
                </a:lnTo>
                <a:cubicBezTo>
                  <a:pt x="0" y="85844"/>
                  <a:pt x="12309" y="56128"/>
                  <a:pt x="34218" y="34218"/>
                </a:cubicBezTo>
                <a:cubicBezTo>
                  <a:pt x="56128" y="12309"/>
                  <a:pt x="85844" y="0"/>
                  <a:pt x="116829" y="0"/>
                </a:cubicBezTo>
                <a:close/>
              </a:path>
            </a:pathLst>
          </a:custGeom>
          <a:solidFill>
            <a:srgbClr val="0066CC"/>
          </a:solidFill>
        </p:spPr>
        <p:txBody>
          <a:bodyPr/>
          <a:lstStyle/>
          <a:p>
            <a:pPr algn="ctr"/>
            <a:endParaRPr lang="pt-BR" dirty="0"/>
          </a:p>
        </p:txBody>
      </p:sp>
      <p:sp>
        <p:nvSpPr>
          <p:cNvPr id="116" name="TextBox 20">
            <a:extLst>
              <a:ext uri="{FF2B5EF4-FFF2-40B4-BE49-F238E27FC236}">
                <a16:creationId xmlns:a16="http://schemas.microsoft.com/office/drawing/2014/main" id="{FF78C161-7832-48A5-A7AE-D30219936427}"/>
              </a:ext>
            </a:extLst>
          </p:cNvPr>
          <p:cNvSpPr txBox="1"/>
          <p:nvPr/>
        </p:nvSpPr>
        <p:spPr>
          <a:xfrm>
            <a:off x="10362508" y="5589116"/>
            <a:ext cx="2655221" cy="262574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5399"/>
              </a:lnSpc>
            </a:pPr>
            <a:r>
              <a:rPr lang="en-US" sz="7200" b="1" spc="-549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4D9A9B45-A053-4C3A-96BB-1626E240370D}"/>
              </a:ext>
            </a:extLst>
          </p:cNvPr>
          <p:cNvSpPr txBox="1"/>
          <p:nvPr/>
        </p:nvSpPr>
        <p:spPr>
          <a:xfrm>
            <a:off x="127284" y="9688209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05596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12342" y="2148854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Análise</a:t>
            </a:r>
            <a:r>
              <a:rPr lang="en-US" sz="4500" b="1" spc="-90" dirty="0">
                <a:latin typeface="Open Sauce Bold"/>
                <a:ea typeface="Open Sauce Bold"/>
                <a:cs typeface="Open Sauce Bold"/>
                <a:sym typeface="Open Sauce Bold"/>
              </a:rPr>
              <a:t> de </a:t>
            </a: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sequência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12341" y="2825045"/>
            <a:ext cx="6971966" cy="41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Medição</a:t>
            </a:r>
            <a:r>
              <a:rPr lang="en-US" sz="2399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dissimilaridade</a:t>
            </a:r>
            <a:endParaRPr lang="en-US" sz="2399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997DCC7-80A9-4FB6-A3EE-0433BB15B048}"/>
              </a:ext>
            </a:extLst>
          </p:cNvPr>
          <p:cNvGrpSpPr/>
          <p:nvPr/>
        </p:nvGrpSpPr>
        <p:grpSpPr>
          <a:xfrm>
            <a:off x="13639800" y="7846936"/>
            <a:ext cx="4892107" cy="2340367"/>
            <a:chOff x="13703110" y="3886997"/>
            <a:chExt cx="4892107" cy="2340367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2A57237D-2B3F-4DC9-8F40-C5673DB152D4}"/>
                </a:ext>
              </a:extLst>
            </p:cNvPr>
            <p:cNvSpPr/>
            <p:nvPr/>
          </p:nvSpPr>
          <p:spPr>
            <a:xfrm>
              <a:off x="13895906" y="4139870"/>
              <a:ext cx="457200" cy="381000"/>
            </a:xfrm>
            <a:prstGeom prst="rect">
              <a:avLst/>
            </a:prstGeom>
            <a:solidFill>
              <a:srgbClr val="33A0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64FAC091-4244-4649-B3D2-EA1A735BDE9B}"/>
                </a:ext>
              </a:extLst>
            </p:cNvPr>
            <p:cNvSpPr/>
            <p:nvPr/>
          </p:nvSpPr>
          <p:spPr>
            <a:xfrm>
              <a:off x="13894769" y="4866681"/>
              <a:ext cx="457200" cy="381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F30D7020-823C-4574-8829-F2148372BD48}"/>
                </a:ext>
              </a:extLst>
            </p:cNvPr>
            <p:cNvSpPr/>
            <p:nvPr/>
          </p:nvSpPr>
          <p:spPr>
            <a:xfrm>
              <a:off x="13894769" y="5593492"/>
              <a:ext cx="457200" cy="381000"/>
            </a:xfrm>
            <a:prstGeom prst="rect">
              <a:avLst/>
            </a:prstGeom>
            <a:solidFill>
              <a:srgbClr val="FAB3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AEE609FD-DE13-4FB5-A072-182DFF328EB9}"/>
                </a:ext>
              </a:extLst>
            </p:cNvPr>
            <p:cNvSpPr txBox="1"/>
            <p:nvPr/>
          </p:nvSpPr>
          <p:spPr>
            <a:xfrm>
              <a:off x="14527243" y="4127750"/>
              <a:ext cx="4067974" cy="4052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</a:pP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Trabalhador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por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conta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própria</a:t>
              </a:r>
              <a:endPara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38" name="TextBox 17">
              <a:extLst>
                <a:ext uri="{FF2B5EF4-FFF2-40B4-BE49-F238E27FC236}">
                  <a16:creationId xmlns:a16="http://schemas.microsoft.com/office/drawing/2014/main" id="{AFBF2221-65AE-46CA-922E-29EC1558CB84}"/>
                </a:ext>
              </a:extLst>
            </p:cNvPr>
            <p:cNvSpPr txBox="1"/>
            <p:nvPr/>
          </p:nvSpPr>
          <p:spPr>
            <a:xfrm>
              <a:off x="14554140" y="4738261"/>
              <a:ext cx="3505260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/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Desocupado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ou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fora da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força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de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trabalho</a:t>
              </a:r>
              <a:endParaRPr lang="en-US" sz="2000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462EF4AD-BFE0-4EBD-895E-FF2771428F84}"/>
                </a:ext>
              </a:extLst>
            </p:cNvPr>
            <p:cNvSpPr txBox="1"/>
            <p:nvPr/>
          </p:nvSpPr>
          <p:spPr>
            <a:xfrm>
              <a:off x="14527243" y="5551392"/>
              <a:ext cx="4067974" cy="4052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599"/>
                </a:lnSpc>
              </a:pP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Empregado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do </a:t>
              </a:r>
              <a:r>
                <a:rPr lang="en-US" sz="2000" spc="-47" dirty="0" err="1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setor</a:t>
              </a:r>
              <a:r>
                <a:rPr lang="en-US" sz="2000" spc="-47" dirty="0">
                  <a:solidFill>
                    <a:schemeClr val="bg1">
                      <a:lumMod val="50000"/>
                    </a:schemeClr>
                  </a:solidFill>
                  <a:latin typeface="Open Sauce"/>
                  <a:ea typeface="Open Sauce"/>
                  <a:cs typeface="Open Sauce"/>
                  <a:sym typeface="Open Sauce"/>
                </a:rPr>
                <a:t> privado</a:t>
              </a:r>
            </a:p>
          </p:txBody>
        </p:sp>
        <p:grpSp>
          <p:nvGrpSpPr>
            <p:cNvPr id="40" name="Group 18">
              <a:extLst>
                <a:ext uri="{FF2B5EF4-FFF2-40B4-BE49-F238E27FC236}">
                  <a16:creationId xmlns:a16="http://schemas.microsoft.com/office/drawing/2014/main" id="{22B72469-931B-42CC-9DA7-657D4ECBD744}"/>
                </a:ext>
              </a:extLst>
            </p:cNvPr>
            <p:cNvGrpSpPr/>
            <p:nvPr/>
          </p:nvGrpSpPr>
          <p:grpSpPr>
            <a:xfrm>
              <a:off x="13703110" y="3886997"/>
              <a:ext cx="4432490" cy="2340367"/>
              <a:chOff x="0" y="0"/>
              <a:chExt cx="1572386" cy="664536"/>
            </a:xfrm>
          </p:grpSpPr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id="{DE2B79A1-C265-4081-AA55-39045882A985}"/>
                  </a:ext>
                </a:extLst>
              </p:cNvPr>
              <p:cNvSpPr/>
              <p:nvPr/>
            </p:nvSpPr>
            <p:spPr>
              <a:xfrm>
                <a:off x="0" y="0"/>
                <a:ext cx="1572386" cy="664536"/>
              </a:xfrm>
              <a:custGeom>
                <a:avLst/>
                <a:gdLst/>
                <a:ahLst/>
                <a:cxnLst/>
                <a:rect l="l" t="t" r="r" b="b"/>
                <a:pathLst>
                  <a:path w="1572386" h="664536">
                    <a:moveTo>
                      <a:pt x="39098" y="0"/>
                    </a:moveTo>
                    <a:lnTo>
                      <a:pt x="1533288" y="0"/>
                    </a:lnTo>
                    <a:cubicBezTo>
                      <a:pt x="1554882" y="0"/>
                      <a:pt x="1572386" y="17505"/>
                      <a:pt x="1572386" y="39098"/>
                    </a:cubicBezTo>
                    <a:lnTo>
                      <a:pt x="1572386" y="625438"/>
                    </a:lnTo>
                    <a:cubicBezTo>
                      <a:pt x="1572386" y="635808"/>
                      <a:pt x="1568267" y="645753"/>
                      <a:pt x="1560935" y="653085"/>
                    </a:cubicBezTo>
                    <a:cubicBezTo>
                      <a:pt x="1553603" y="660417"/>
                      <a:pt x="1543658" y="664536"/>
                      <a:pt x="1533288" y="664536"/>
                    </a:cubicBezTo>
                    <a:lnTo>
                      <a:pt x="39098" y="664536"/>
                    </a:lnTo>
                    <a:cubicBezTo>
                      <a:pt x="17505" y="664536"/>
                      <a:pt x="0" y="647032"/>
                      <a:pt x="0" y="625438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ln w="28575" cap="rnd">
                <a:solidFill>
                  <a:srgbClr val="FAB31A"/>
                </a:solidFill>
                <a:prstDash val="solid"/>
                <a:round/>
              </a:ln>
            </p:spPr>
          </p:sp>
          <p:sp>
            <p:nvSpPr>
              <p:cNvPr id="42" name="TextBox 20">
                <a:extLst>
                  <a:ext uri="{FF2B5EF4-FFF2-40B4-BE49-F238E27FC236}">
                    <a16:creationId xmlns:a16="http://schemas.microsoft.com/office/drawing/2014/main" id="{EB2F66BA-4BF4-4CC7-A81B-29E905910B5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572386" cy="693111"/>
              </a:xfrm>
              <a:prstGeom prst="rect">
                <a:avLst/>
              </a:prstGeom>
            </p:spPr>
            <p:txBody>
              <a:bodyPr lIns="36500" tIns="36500" rIns="36500" bIns="36500" rtlCol="0" anchor="ctr"/>
              <a:lstStyle/>
              <a:p>
                <a:pPr algn="ctr">
                  <a:lnSpc>
                    <a:spcPts val="1911"/>
                  </a:lnSpc>
                </a:pPr>
                <a:endParaRPr/>
              </a:p>
            </p:txBody>
          </p:sp>
        </p:grpSp>
      </p:grpSp>
      <p:graphicFrame>
        <p:nvGraphicFramePr>
          <p:cNvPr id="48" name="Tabela 47">
            <a:extLst>
              <a:ext uri="{FF2B5EF4-FFF2-40B4-BE49-F238E27FC236}">
                <a16:creationId xmlns:a16="http://schemas.microsoft.com/office/drawing/2014/main" id="{025CB121-9B28-43DE-9597-4C1E5FD76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093094"/>
              </p:ext>
            </p:extLst>
          </p:nvPr>
        </p:nvGraphicFramePr>
        <p:xfrm>
          <a:off x="678767" y="4737765"/>
          <a:ext cx="8915400" cy="641201"/>
        </p:xfrm>
        <a:graphic>
          <a:graphicData uri="http://schemas.openxmlformats.org/drawingml/2006/table">
            <a:tbl>
              <a:tblPr/>
              <a:tblGrid>
                <a:gridCol w="1692795">
                  <a:extLst>
                    <a:ext uri="{9D8B030D-6E8A-4147-A177-3AD203B41FA5}">
                      <a16:colId xmlns:a16="http://schemas.microsoft.com/office/drawing/2014/main" val="3358891588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458113587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311348611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540590190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1008074513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101315491"/>
                    </a:ext>
                  </a:extLst>
                </a:gridCol>
              </a:tblGrid>
              <a:tr h="641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Indivíduo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464321"/>
                  </a:ext>
                </a:extLst>
              </a:tr>
            </a:tbl>
          </a:graphicData>
        </a:graphic>
      </p:graphicFrame>
      <p:graphicFrame>
        <p:nvGraphicFramePr>
          <p:cNvPr id="49" name="Tabela 48">
            <a:extLst>
              <a:ext uri="{FF2B5EF4-FFF2-40B4-BE49-F238E27FC236}">
                <a16:creationId xmlns:a16="http://schemas.microsoft.com/office/drawing/2014/main" id="{F34B81CF-C5A8-4DEF-B9D6-065F95440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381798"/>
              </p:ext>
            </p:extLst>
          </p:nvPr>
        </p:nvGraphicFramePr>
        <p:xfrm>
          <a:off x="678767" y="6847058"/>
          <a:ext cx="8915400" cy="641201"/>
        </p:xfrm>
        <a:graphic>
          <a:graphicData uri="http://schemas.openxmlformats.org/drawingml/2006/table">
            <a:tbl>
              <a:tblPr/>
              <a:tblGrid>
                <a:gridCol w="1692795">
                  <a:extLst>
                    <a:ext uri="{9D8B030D-6E8A-4147-A177-3AD203B41FA5}">
                      <a16:colId xmlns:a16="http://schemas.microsoft.com/office/drawing/2014/main" val="3358891588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458113587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311348611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540590190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1008074513"/>
                    </a:ext>
                  </a:extLst>
                </a:gridCol>
                <a:gridCol w="1444521">
                  <a:extLst>
                    <a:ext uri="{9D8B030D-6E8A-4147-A177-3AD203B41FA5}">
                      <a16:colId xmlns:a16="http://schemas.microsoft.com/office/drawing/2014/main" val="3101315491"/>
                    </a:ext>
                  </a:extLst>
                </a:gridCol>
              </a:tblGrid>
              <a:tr h="641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Indivíduo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02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464321"/>
                  </a:ext>
                </a:extLst>
              </a:tr>
            </a:tbl>
          </a:graphicData>
        </a:graphic>
      </p:graphicFrame>
      <p:grpSp>
        <p:nvGrpSpPr>
          <p:cNvPr id="53" name="Agrupar 52">
            <a:extLst>
              <a:ext uri="{FF2B5EF4-FFF2-40B4-BE49-F238E27FC236}">
                <a16:creationId xmlns:a16="http://schemas.microsoft.com/office/drawing/2014/main" id="{BD64E317-AB2E-49E4-9F45-97FA9B72587E}"/>
              </a:ext>
            </a:extLst>
          </p:cNvPr>
          <p:cNvGrpSpPr/>
          <p:nvPr/>
        </p:nvGrpSpPr>
        <p:grpSpPr>
          <a:xfrm>
            <a:off x="2457108" y="5382519"/>
            <a:ext cx="1142998" cy="1457434"/>
            <a:chOff x="2671482" y="3076232"/>
            <a:chExt cx="735106" cy="877607"/>
          </a:xfrm>
        </p:grpSpPr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id="{DCC36A86-A073-4141-B4D4-230B3E1A2783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</a:p>
          </p:txBody>
        </p:sp>
        <p:cxnSp>
          <p:nvCxnSpPr>
            <p:cNvPr id="55" name="Conector reto 54">
              <a:extLst>
                <a:ext uri="{FF2B5EF4-FFF2-40B4-BE49-F238E27FC236}">
                  <a16:creationId xmlns:a16="http://schemas.microsoft.com/office/drawing/2014/main" id="{3FC506BE-6B61-4D4E-9EC8-97E2FB16A0D4}"/>
                </a:ext>
              </a:extLst>
            </p:cNvPr>
            <p:cNvCxnSpPr>
              <a:cxnSpLocks/>
              <a:stCxn id="54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>
              <a:extLst>
                <a:ext uri="{FF2B5EF4-FFF2-40B4-BE49-F238E27FC236}">
                  <a16:creationId xmlns:a16="http://schemas.microsoft.com/office/drawing/2014/main" id="{932778C2-6FEA-481F-8500-BA51B98BF8FD}"/>
                </a:ext>
              </a:extLst>
            </p:cNvPr>
            <p:cNvCxnSpPr>
              <a:cxnSpLocks/>
              <a:endCxn id="54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F72C23F1-9A44-4747-AABF-318A03FD8745}"/>
              </a:ext>
            </a:extLst>
          </p:cNvPr>
          <p:cNvGrpSpPr/>
          <p:nvPr/>
        </p:nvGrpSpPr>
        <p:grpSpPr>
          <a:xfrm>
            <a:off x="3903405" y="5382519"/>
            <a:ext cx="1142998" cy="1457434"/>
            <a:chOff x="2671482" y="3076232"/>
            <a:chExt cx="735106" cy="877607"/>
          </a:xfrm>
        </p:grpSpPr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1E9DEE5-090A-4461-BC9F-CEF9CBA13E9D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0</a:t>
              </a:r>
            </a:p>
          </p:txBody>
        </p:sp>
        <p:cxnSp>
          <p:nvCxnSpPr>
            <p:cNvPr id="75" name="Conector reto 74">
              <a:extLst>
                <a:ext uri="{FF2B5EF4-FFF2-40B4-BE49-F238E27FC236}">
                  <a16:creationId xmlns:a16="http://schemas.microsoft.com/office/drawing/2014/main" id="{D85CE868-C09C-4BB4-8E7C-80D524C86950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to 75">
              <a:extLst>
                <a:ext uri="{FF2B5EF4-FFF2-40B4-BE49-F238E27FC236}">
                  <a16:creationId xmlns:a16="http://schemas.microsoft.com/office/drawing/2014/main" id="{425CC99D-F1C9-42B7-A9A9-70F068B454B3}"/>
                </a:ext>
              </a:extLst>
            </p:cNvPr>
            <p:cNvCxnSpPr>
              <a:cxnSpLocks/>
              <a:endCxn id="74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0C22A9CE-A31E-4317-8F06-6F4DB5B509CA}"/>
              </a:ext>
            </a:extLst>
          </p:cNvPr>
          <p:cNvGrpSpPr/>
          <p:nvPr/>
        </p:nvGrpSpPr>
        <p:grpSpPr>
          <a:xfrm>
            <a:off x="5349702" y="5382519"/>
            <a:ext cx="1142998" cy="1457434"/>
            <a:chOff x="2671482" y="3076232"/>
            <a:chExt cx="735106" cy="877607"/>
          </a:xfrm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1F8F98F7-E401-4D45-883E-EFB250BA370F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</a:p>
          </p:txBody>
        </p:sp>
        <p:cxnSp>
          <p:nvCxnSpPr>
            <p:cNvPr id="79" name="Conector reto 78">
              <a:extLst>
                <a:ext uri="{FF2B5EF4-FFF2-40B4-BE49-F238E27FC236}">
                  <a16:creationId xmlns:a16="http://schemas.microsoft.com/office/drawing/2014/main" id="{5EA7F2D1-2343-4F23-A522-935ACE636FAF}"/>
                </a:ext>
              </a:extLst>
            </p:cNvPr>
            <p:cNvCxnSpPr>
              <a:cxnSpLocks/>
              <a:stCxn id="78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to 79">
              <a:extLst>
                <a:ext uri="{FF2B5EF4-FFF2-40B4-BE49-F238E27FC236}">
                  <a16:creationId xmlns:a16="http://schemas.microsoft.com/office/drawing/2014/main" id="{9A383710-6544-40D9-B25E-1B25375790DC}"/>
                </a:ext>
              </a:extLst>
            </p:cNvPr>
            <p:cNvCxnSpPr>
              <a:cxnSpLocks/>
              <a:endCxn id="78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3A6A18B3-A05A-4B8E-8305-48A6924F14A2}"/>
              </a:ext>
            </a:extLst>
          </p:cNvPr>
          <p:cNvGrpSpPr/>
          <p:nvPr/>
        </p:nvGrpSpPr>
        <p:grpSpPr>
          <a:xfrm>
            <a:off x="6795999" y="5382519"/>
            <a:ext cx="1142998" cy="1457434"/>
            <a:chOff x="2671482" y="3076232"/>
            <a:chExt cx="735106" cy="877607"/>
          </a:xfrm>
        </p:grpSpPr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7084E172-D494-40A1-9DC2-8458AD3F6988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</a:p>
          </p:txBody>
        </p:sp>
        <p:cxnSp>
          <p:nvCxnSpPr>
            <p:cNvPr id="83" name="Conector reto 82">
              <a:extLst>
                <a:ext uri="{FF2B5EF4-FFF2-40B4-BE49-F238E27FC236}">
                  <a16:creationId xmlns:a16="http://schemas.microsoft.com/office/drawing/2014/main" id="{7492DA52-4B51-4100-8D49-AB05A6FD5375}"/>
                </a:ext>
              </a:extLst>
            </p:cNvPr>
            <p:cNvCxnSpPr>
              <a:cxnSpLocks/>
              <a:stCxn id="82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to 83">
              <a:extLst>
                <a:ext uri="{FF2B5EF4-FFF2-40B4-BE49-F238E27FC236}">
                  <a16:creationId xmlns:a16="http://schemas.microsoft.com/office/drawing/2014/main" id="{FB781E2F-019A-4422-A5B3-B5F89A6EAB89}"/>
                </a:ext>
              </a:extLst>
            </p:cNvPr>
            <p:cNvCxnSpPr>
              <a:cxnSpLocks/>
              <a:endCxn id="82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A9780D0A-ED95-4D10-8AD5-E92906920A07}"/>
              </a:ext>
            </a:extLst>
          </p:cNvPr>
          <p:cNvGrpSpPr/>
          <p:nvPr/>
        </p:nvGrpSpPr>
        <p:grpSpPr>
          <a:xfrm>
            <a:off x="8242296" y="5382519"/>
            <a:ext cx="1142998" cy="1457434"/>
            <a:chOff x="2671482" y="3076232"/>
            <a:chExt cx="735106" cy="877607"/>
          </a:xfrm>
        </p:grpSpPr>
        <p:sp>
          <p:nvSpPr>
            <p:cNvPr id="86" name="Retângulo 85">
              <a:extLst>
                <a:ext uri="{FF2B5EF4-FFF2-40B4-BE49-F238E27FC236}">
                  <a16:creationId xmlns:a16="http://schemas.microsoft.com/office/drawing/2014/main" id="{132869E1-906D-49F5-BA81-FCF73C02076E}"/>
                </a:ext>
              </a:extLst>
            </p:cNvPr>
            <p:cNvSpPr/>
            <p:nvPr/>
          </p:nvSpPr>
          <p:spPr>
            <a:xfrm>
              <a:off x="2671482" y="3385715"/>
              <a:ext cx="735106" cy="2153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</a:t>
              </a:r>
            </a:p>
          </p:txBody>
        </p:sp>
        <p:cxnSp>
          <p:nvCxnSpPr>
            <p:cNvPr id="87" name="Conector reto 86">
              <a:extLst>
                <a:ext uri="{FF2B5EF4-FFF2-40B4-BE49-F238E27FC236}">
                  <a16:creationId xmlns:a16="http://schemas.microsoft.com/office/drawing/2014/main" id="{A5E7944B-DAE4-472F-B036-66A41FE611DB}"/>
                </a:ext>
              </a:extLst>
            </p:cNvPr>
            <p:cNvCxnSpPr>
              <a:cxnSpLocks/>
              <a:stCxn id="86" idx="0"/>
            </p:cNvCxnSpPr>
            <p:nvPr/>
          </p:nvCxnSpPr>
          <p:spPr>
            <a:xfrm flipV="1">
              <a:off x="3039035" y="3076232"/>
              <a:ext cx="0" cy="309483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to 87">
              <a:extLst>
                <a:ext uri="{FF2B5EF4-FFF2-40B4-BE49-F238E27FC236}">
                  <a16:creationId xmlns:a16="http://schemas.microsoft.com/office/drawing/2014/main" id="{F6171A6A-7303-4382-9AE9-3311CE539208}"/>
                </a:ext>
              </a:extLst>
            </p:cNvPr>
            <p:cNvCxnSpPr>
              <a:cxnSpLocks/>
              <a:endCxn id="86" idx="2"/>
            </p:cNvCxnSpPr>
            <p:nvPr/>
          </p:nvCxnSpPr>
          <p:spPr>
            <a:xfrm flipV="1">
              <a:off x="3039035" y="3601071"/>
              <a:ext cx="0" cy="352768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Chave Direita 110">
            <a:extLst>
              <a:ext uri="{FF2B5EF4-FFF2-40B4-BE49-F238E27FC236}">
                <a16:creationId xmlns:a16="http://schemas.microsoft.com/office/drawing/2014/main" id="{07655DE2-DACF-4017-B50A-01CF46CB1A04}"/>
              </a:ext>
            </a:extLst>
          </p:cNvPr>
          <p:cNvSpPr/>
          <p:nvPr/>
        </p:nvSpPr>
        <p:spPr>
          <a:xfrm>
            <a:off x="9843777" y="5233105"/>
            <a:ext cx="612226" cy="1684379"/>
          </a:xfrm>
          <a:prstGeom prst="rightBrac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2" name="Freeform 19">
            <a:extLst>
              <a:ext uri="{FF2B5EF4-FFF2-40B4-BE49-F238E27FC236}">
                <a16:creationId xmlns:a16="http://schemas.microsoft.com/office/drawing/2014/main" id="{05D68622-AD02-43A0-A9D2-817F43BA7C9B}"/>
              </a:ext>
            </a:extLst>
          </p:cNvPr>
          <p:cNvSpPr/>
          <p:nvPr/>
        </p:nvSpPr>
        <p:spPr>
          <a:xfrm>
            <a:off x="10624148" y="5378966"/>
            <a:ext cx="1777532" cy="1312759"/>
          </a:xfrm>
          <a:custGeom>
            <a:avLst/>
            <a:gdLst/>
            <a:ahLst/>
            <a:cxnLst/>
            <a:rect l="l" t="t" r="r" b="b"/>
            <a:pathLst>
              <a:path w="890108" h="740242">
                <a:moveTo>
                  <a:pt x="116829" y="0"/>
                </a:moveTo>
                <a:lnTo>
                  <a:pt x="773279" y="0"/>
                </a:lnTo>
                <a:cubicBezTo>
                  <a:pt x="804264" y="0"/>
                  <a:pt x="833980" y="12309"/>
                  <a:pt x="855890" y="34218"/>
                </a:cubicBezTo>
                <a:cubicBezTo>
                  <a:pt x="877799" y="56128"/>
                  <a:pt x="890108" y="85844"/>
                  <a:pt x="890108" y="116829"/>
                </a:cubicBezTo>
                <a:lnTo>
                  <a:pt x="890108" y="623413"/>
                </a:lnTo>
                <a:cubicBezTo>
                  <a:pt x="890108" y="654398"/>
                  <a:pt x="877799" y="684114"/>
                  <a:pt x="855890" y="706023"/>
                </a:cubicBezTo>
                <a:cubicBezTo>
                  <a:pt x="833980" y="727933"/>
                  <a:pt x="804264" y="740242"/>
                  <a:pt x="773279" y="740242"/>
                </a:cubicBezTo>
                <a:lnTo>
                  <a:pt x="116829" y="740242"/>
                </a:lnTo>
                <a:cubicBezTo>
                  <a:pt x="85844" y="740242"/>
                  <a:pt x="56128" y="727933"/>
                  <a:pt x="34218" y="706023"/>
                </a:cubicBezTo>
                <a:cubicBezTo>
                  <a:pt x="12309" y="684114"/>
                  <a:pt x="0" y="654398"/>
                  <a:pt x="0" y="623413"/>
                </a:cubicBezTo>
                <a:lnTo>
                  <a:pt x="0" y="116829"/>
                </a:lnTo>
                <a:cubicBezTo>
                  <a:pt x="0" y="85844"/>
                  <a:pt x="12309" y="56128"/>
                  <a:pt x="34218" y="34218"/>
                </a:cubicBezTo>
                <a:cubicBezTo>
                  <a:pt x="56128" y="12309"/>
                  <a:pt x="85844" y="0"/>
                  <a:pt x="116829" y="0"/>
                </a:cubicBezTo>
                <a:close/>
              </a:path>
            </a:pathLst>
          </a:custGeom>
          <a:solidFill>
            <a:srgbClr val="0066CC"/>
          </a:solidFill>
        </p:spPr>
        <p:txBody>
          <a:bodyPr/>
          <a:lstStyle/>
          <a:p>
            <a:pPr algn="ctr"/>
            <a:endParaRPr lang="pt-BR" dirty="0"/>
          </a:p>
        </p:txBody>
      </p:sp>
      <p:sp>
        <p:nvSpPr>
          <p:cNvPr id="114" name="TextBox 20">
            <a:extLst>
              <a:ext uri="{FF2B5EF4-FFF2-40B4-BE49-F238E27FC236}">
                <a16:creationId xmlns:a16="http://schemas.microsoft.com/office/drawing/2014/main" id="{876BFA83-54AC-421E-87B2-74E409F0DDD8}"/>
              </a:ext>
            </a:extLst>
          </p:cNvPr>
          <p:cNvSpPr txBox="1"/>
          <p:nvPr/>
        </p:nvSpPr>
        <p:spPr>
          <a:xfrm>
            <a:off x="10114987" y="4486629"/>
            <a:ext cx="2655221" cy="262574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5399"/>
              </a:lnSpc>
            </a:pPr>
            <a:r>
              <a:rPr lang="en-US" sz="7200" b="1" spc="-549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E12FDC7-80CB-49F8-B6B9-120D70450DEC}"/>
              </a:ext>
            </a:extLst>
          </p:cNvPr>
          <p:cNvSpPr txBox="1"/>
          <p:nvPr/>
        </p:nvSpPr>
        <p:spPr>
          <a:xfrm>
            <a:off x="89845" y="9705566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06042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12342" y="2148854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Análise</a:t>
            </a:r>
            <a:r>
              <a:rPr lang="en-US" sz="4500" b="1" spc="-90" dirty="0">
                <a:latin typeface="Open Sauce Bold"/>
                <a:ea typeface="Open Sauce Bold"/>
                <a:cs typeface="Open Sauce Bold"/>
                <a:sym typeface="Open Sauce Bold"/>
              </a:rPr>
              <a:t> de </a:t>
            </a: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sequência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12341" y="2825045"/>
            <a:ext cx="6971966" cy="41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Medição</a:t>
            </a:r>
            <a:r>
              <a:rPr lang="en-US" sz="2399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dissimilaridade</a:t>
            </a:r>
            <a:endParaRPr lang="en-US" sz="2399" spc="-47" dirty="0">
              <a:solidFill>
                <a:schemeClr val="bg1">
                  <a:lumMod val="50000"/>
                </a:scheme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14" name="TextBox 20">
            <a:extLst>
              <a:ext uri="{FF2B5EF4-FFF2-40B4-BE49-F238E27FC236}">
                <a16:creationId xmlns:a16="http://schemas.microsoft.com/office/drawing/2014/main" id="{876BFA83-54AC-421E-87B2-74E409F0DDD8}"/>
              </a:ext>
            </a:extLst>
          </p:cNvPr>
          <p:cNvSpPr txBox="1"/>
          <p:nvPr/>
        </p:nvSpPr>
        <p:spPr>
          <a:xfrm>
            <a:off x="10114987" y="4486629"/>
            <a:ext cx="2655221" cy="262574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5399"/>
              </a:lnSpc>
            </a:pPr>
            <a:r>
              <a:rPr lang="en-US" sz="7200" b="1" spc="-549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</a:t>
            </a:r>
          </a:p>
        </p:txBody>
      </p:sp>
      <p:sp>
        <p:nvSpPr>
          <p:cNvPr id="116" name="TextBox 20">
            <a:extLst>
              <a:ext uri="{FF2B5EF4-FFF2-40B4-BE49-F238E27FC236}">
                <a16:creationId xmlns:a16="http://schemas.microsoft.com/office/drawing/2014/main" id="{FF78C161-7832-48A5-A7AE-D30219936427}"/>
              </a:ext>
            </a:extLst>
          </p:cNvPr>
          <p:cNvSpPr txBox="1"/>
          <p:nvPr/>
        </p:nvSpPr>
        <p:spPr>
          <a:xfrm>
            <a:off x="10358763" y="5534184"/>
            <a:ext cx="2655221" cy="262574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5399"/>
              </a:lnSpc>
            </a:pPr>
            <a:r>
              <a:rPr lang="en-US" sz="7200" b="1" spc="-549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</a:t>
            </a:r>
          </a:p>
        </p:txBody>
      </p:sp>
      <p:graphicFrame>
        <p:nvGraphicFramePr>
          <p:cNvPr id="57" name="Tabela 2">
            <a:extLst>
              <a:ext uri="{FF2B5EF4-FFF2-40B4-BE49-F238E27FC236}">
                <a16:creationId xmlns:a16="http://schemas.microsoft.com/office/drawing/2014/main" id="{BB35DC50-6971-4347-A226-9F16CBEAE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729082"/>
              </p:ext>
            </p:extLst>
          </p:nvPr>
        </p:nvGraphicFramePr>
        <p:xfrm>
          <a:off x="1512341" y="4806819"/>
          <a:ext cx="9843136" cy="30573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71208">
                  <a:extLst>
                    <a:ext uri="{9D8B030D-6E8A-4147-A177-3AD203B41FA5}">
                      <a16:colId xmlns:a16="http://schemas.microsoft.com/office/drawing/2014/main" val="464637431"/>
                    </a:ext>
                  </a:extLst>
                </a:gridCol>
                <a:gridCol w="2450360">
                  <a:extLst>
                    <a:ext uri="{9D8B030D-6E8A-4147-A177-3AD203B41FA5}">
                      <a16:colId xmlns:a16="http://schemas.microsoft.com/office/drawing/2014/main" val="1750332229"/>
                    </a:ext>
                  </a:extLst>
                </a:gridCol>
                <a:gridCol w="2450360">
                  <a:extLst>
                    <a:ext uri="{9D8B030D-6E8A-4147-A177-3AD203B41FA5}">
                      <a16:colId xmlns:a16="http://schemas.microsoft.com/office/drawing/2014/main" val="3485909281"/>
                    </a:ext>
                  </a:extLst>
                </a:gridCol>
                <a:gridCol w="2471208">
                  <a:extLst>
                    <a:ext uri="{9D8B030D-6E8A-4147-A177-3AD203B41FA5}">
                      <a16:colId xmlns:a16="http://schemas.microsoft.com/office/drawing/2014/main" val="612819158"/>
                    </a:ext>
                  </a:extLst>
                </a:gridCol>
              </a:tblGrid>
              <a:tr h="563041">
                <a:tc>
                  <a:txBody>
                    <a:bodyPr/>
                    <a:lstStyle/>
                    <a:p>
                      <a:endParaRPr lang="pt-BR" sz="2400" dirty="0">
                        <a:latin typeface="Open Sauce" panose="020B060402020202020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400" dirty="0">
                          <a:latin typeface="Open Sauce" panose="020B0604020202020204" charset="0"/>
                        </a:rPr>
                        <a:t>Indivíduo 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400" dirty="0">
                          <a:latin typeface="Open Sauce" panose="020B0604020202020204" charset="0"/>
                        </a:rPr>
                        <a:t>Indivíduo B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400" dirty="0">
                          <a:latin typeface="Open Sauce" panose="020B0604020202020204" charset="0"/>
                        </a:rPr>
                        <a:t>Indivíduo C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182163"/>
                  </a:ext>
                </a:extLst>
              </a:tr>
              <a:tr h="741111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Open Sauce" panose="020B0604020202020204" charset="0"/>
                        </a:rPr>
                        <a:t>Indivíduo 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Open Sauce" panose="020B060402020202020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Open Sauce" panose="020B060402020202020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Open Sauce" panose="020B0604020202020204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281906"/>
                  </a:ext>
                </a:extLst>
              </a:tr>
              <a:tr h="7411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400" dirty="0">
                          <a:latin typeface="Open Sauce" panose="020B0604020202020204" charset="0"/>
                        </a:rPr>
                        <a:t>Indivíduo B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Open Sauce" panose="020B060402020202020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Open Sauce" panose="020B060402020202020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Open Sauce" panose="020B0604020202020204" charset="0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592943"/>
                  </a:ext>
                </a:extLst>
              </a:tr>
              <a:tr h="1012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400" dirty="0">
                          <a:latin typeface="Open Sauce" panose="020B0604020202020204" charset="0"/>
                        </a:rPr>
                        <a:t>Indivíduo 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Open Sauce" panose="020B060402020202020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Open Sauce" panose="020B060402020202020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Open Sauce" panose="020B060402020202020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122381"/>
                  </a:ext>
                </a:extLst>
              </a:tr>
            </a:tbl>
          </a:graphicData>
        </a:graphic>
      </p:graphicFrame>
      <p:sp>
        <p:nvSpPr>
          <p:cNvPr id="59" name="CaixaDeTexto 58">
            <a:extLst>
              <a:ext uri="{FF2B5EF4-FFF2-40B4-BE49-F238E27FC236}">
                <a16:creationId xmlns:a16="http://schemas.microsoft.com/office/drawing/2014/main" id="{FF6872D2-E1E3-4BC5-B716-566C4790F475}"/>
              </a:ext>
            </a:extLst>
          </p:cNvPr>
          <p:cNvSpPr txBox="1"/>
          <p:nvPr/>
        </p:nvSpPr>
        <p:spPr>
          <a:xfrm>
            <a:off x="1219200" y="3611395"/>
            <a:ext cx="11129748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50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2800"/>
              <a:buNone/>
            </a:pPr>
            <a:r>
              <a:rPr lang="pt-BR" sz="2000" b="1" dirty="0">
                <a:solidFill>
                  <a:schemeClr val="tx1"/>
                </a:solidFill>
                <a:latin typeface="Open Sauce" panose="020B0604020202020204" charset="0"/>
              </a:rPr>
              <a:t>Medição de dissimilaridades </a:t>
            </a:r>
            <a:r>
              <a:rPr lang="pt-BR" sz="2000" dirty="0">
                <a:solidFill>
                  <a:schemeClr val="tx1"/>
                </a:solidFill>
                <a:latin typeface="Open Sauce" panose="020B0604020202020204" charset="0"/>
              </a:rPr>
              <a:t>pela técnica </a:t>
            </a:r>
            <a:r>
              <a:rPr lang="pt-BR" sz="2000" b="1" dirty="0" err="1">
                <a:solidFill>
                  <a:schemeClr val="tx1"/>
                </a:solidFill>
                <a:latin typeface="Open Sauce" panose="020B0604020202020204" charset="0"/>
              </a:rPr>
              <a:t>Optimal</a:t>
            </a:r>
            <a:r>
              <a:rPr lang="pt-BR" sz="2000" b="1" dirty="0">
                <a:solidFill>
                  <a:schemeClr val="tx1"/>
                </a:solidFill>
                <a:latin typeface="Open Sauce" panose="020B0604020202020204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Open Sauce" panose="020B0604020202020204" charset="0"/>
              </a:rPr>
              <a:t>Matching</a:t>
            </a:r>
            <a:r>
              <a:rPr lang="pt-BR" sz="2000" b="1" dirty="0">
                <a:solidFill>
                  <a:schemeClr val="tx1"/>
                </a:solidFill>
                <a:latin typeface="Open Sauce" panose="020B0604020202020204" charset="0"/>
              </a:rPr>
              <a:t> (OM) </a:t>
            </a:r>
            <a:r>
              <a:rPr lang="pt-BR" sz="2000" dirty="0">
                <a:solidFill>
                  <a:schemeClr val="tx1"/>
                </a:solidFill>
                <a:latin typeface="Open Sauce" panose="020B0604020202020204" charset="0"/>
              </a:rPr>
              <a:t>com valor 2 para</a:t>
            </a:r>
          </a:p>
          <a:p>
            <a:pPr marL="228600" lvl="0" indent="-50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2800"/>
              <a:buNone/>
            </a:pPr>
            <a:r>
              <a:rPr lang="pt-BR" sz="2000" dirty="0">
                <a:solidFill>
                  <a:schemeClr val="tx1"/>
                </a:solidFill>
                <a:latin typeface="Open Sauce" panose="020B0604020202020204" charset="0"/>
              </a:rPr>
              <a:t>substituições e 1,5 para inserções e exclusões de estados.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D615B84-65DA-4F70-B9F9-C52D6EE07035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97452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72600" y="3808362"/>
            <a:ext cx="8489431" cy="5696339"/>
            <a:chOff x="0" y="0"/>
            <a:chExt cx="1144637" cy="1261879"/>
          </a:xfrm>
          <a:blipFill>
            <a:blip r:embed="rId2"/>
            <a:stretch>
              <a:fillRect/>
            </a:stretch>
          </a:blip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44637" cy="1261879"/>
            </a:xfrm>
            <a:custGeom>
              <a:avLst/>
              <a:gdLst/>
              <a:ahLst/>
              <a:cxnLst/>
              <a:rect l="l" t="t" r="r" b="b"/>
              <a:pathLst>
                <a:path w="1144637" h="1261879">
                  <a:moveTo>
                    <a:pt x="50859" y="0"/>
                  </a:moveTo>
                  <a:lnTo>
                    <a:pt x="1093778" y="0"/>
                  </a:lnTo>
                  <a:cubicBezTo>
                    <a:pt x="1107267" y="0"/>
                    <a:pt x="1120203" y="5358"/>
                    <a:pt x="1129740" y="14896"/>
                  </a:cubicBezTo>
                  <a:cubicBezTo>
                    <a:pt x="1139278" y="24434"/>
                    <a:pt x="1144637" y="37370"/>
                    <a:pt x="1144637" y="50859"/>
                  </a:cubicBezTo>
                  <a:lnTo>
                    <a:pt x="1144637" y="1211020"/>
                  </a:lnTo>
                  <a:cubicBezTo>
                    <a:pt x="1144637" y="1224509"/>
                    <a:pt x="1139278" y="1237445"/>
                    <a:pt x="1129740" y="1246983"/>
                  </a:cubicBezTo>
                  <a:cubicBezTo>
                    <a:pt x="1120203" y="1256520"/>
                    <a:pt x="1107267" y="1261879"/>
                    <a:pt x="1093778" y="1261879"/>
                  </a:cubicBezTo>
                  <a:lnTo>
                    <a:pt x="50859" y="1261879"/>
                  </a:lnTo>
                  <a:cubicBezTo>
                    <a:pt x="37370" y="1261879"/>
                    <a:pt x="24434" y="1256520"/>
                    <a:pt x="14896" y="1246983"/>
                  </a:cubicBezTo>
                  <a:cubicBezTo>
                    <a:pt x="5358" y="1237445"/>
                    <a:pt x="0" y="1224509"/>
                    <a:pt x="0" y="1211020"/>
                  </a:cubicBezTo>
                  <a:lnTo>
                    <a:pt x="0" y="50859"/>
                  </a:lnTo>
                  <a:cubicBezTo>
                    <a:pt x="0" y="37370"/>
                    <a:pt x="5358" y="24434"/>
                    <a:pt x="14896" y="14896"/>
                  </a:cubicBezTo>
                  <a:cubicBezTo>
                    <a:pt x="24434" y="5358"/>
                    <a:pt x="37370" y="0"/>
                    <a:pt x="50859" y="0"/>
                  </a:cubicBezTo>
                  <a:close/>
                </a:path>
              </a:pathLst>
            </a:custGeom>
            <a:grpFill/>
            <a:ln w="28575" cap="rnd">
              <a:solidFill>
                <a:srgbClr val="FAAE40"/>
              </a:solidFill>
              <a:prstDash val="solid"/>
              <a:round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8" r="-138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512342" y="4120800"/>
            <a:ext cx="6971966" cy="2458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pt-BR" sz="2800" spc="-51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Na etapa de Redução de dados, reduzimos a dimensionalidade dos dados através da técnica Escalonamento Multidimensional Clássico (MDS) para duas dimensões.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5" name="TextBox 16">
            <a:extLst>
              <a:ext uri="{FF2B5EF4-FFF2-40B4-BE49-F238E27FC236}">
                <a16:creationId xmlns:a16="http://schemas.microsoft.com/office/drawing/2014/main" id="{EE3E10CE-5669-4B4A-BC8D-851A2BBE4646}"/>
              </a:ext>
            </a:extLst>
          </p:cNvPr>
          <p:cNvSpPr txBox="1"/>
          <p:nvPr/>
        </p:nvSpPr>
        <p:spPr>
          <a:xfrm>
            <a:off x="1512342" y="2148854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Análise</a:t>
            </a:r>
            <a:r>
              <a:rPr lang="en-US" sz="4500" b="1" spc="-90" dirty="0">
                <a:latin typeface="Open Sauce Bold"/>
                <a:ea typeface="Open Sauce Bold"/>
                <a:cs typeface="Open Sauce Bold"/>
                <a:sym typeface="Open Sauce Bold"/>
              </a:rPr>
              <a:t> de </a:t>
            </a: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sequência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1722E06A-5E59-4489-83B6-5DD4D98BDBD2}"/>
              </a:ext>
            </a:extLst>
          </p:cNvPr>
          <p:cNvSpPr txBox="1"/>
          <p:nvPr/>
        </p:nvSpPr>
        <p:spPr>
          <a:xfrm>
            <a:off x="1512341" y="2825045"/>
            <a:ext cx="6971966" cy="41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399" spc="-47" dirty="0" err="1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Redução</a:t>
            </a:r>
            <a:r>
              <a:rPr lang="en-US" sz="2399" spc="-47" dirty="0">
                <a:solidFill>
                  <a:schemeClr val="bg1">
                    <a:lumMod val="50000"/>
                  </a:schemeClr>
                </a:solidFill>
                <a:latin typeface="Open Sauce"/>
                <a:ea typeface="Open Sauce"/>
                <a:cs typeface="Open Sauce"/>
                <a:sym typeface="Open Sauce"/>
              </a:rPr>
              <a:t> de dados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F0DFD52-1539-4A9B-83A3-B6D76AA4AD6E}"/>
              </a:ext>
            </a:extLst>
          </p:cNvPr>
          <p:cNvSpPr txBox="1"/>
          <p:nvPr/>
        </p:nvSpPr>
        <p:spPr>
          <a:xfrm>
            <a:off x="152400" y="9665982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3BD65C8D-F5EE-4433-A1DA-0E2C1B3A16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912" y="2825614"/>
            <a:ext cx="7315215" cy="5486411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8" r="-13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12342" y="3841018"/>
            <a:ext cx="6971966" cy="1813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O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indicador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elbow method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apontou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para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três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grupos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como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número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ótimo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para o clustering. E que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foi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realizada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por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meio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do K-means.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2" name="TextBox 16">
            <a:extLst>
              <a:ext uri="{FF2B5EF4-FFF2-40B4-BE49-F238E27FC236}">
                <a16:creationId xmlns:a16="http://schemas.microsoft.com/office/drawing/2014/main" id="{8692AF61-87C0-46EB-9075-A1CC47D1864C}"/>
              </a:ext>
            </a:extLst>
          </p:cNvPr>
          <p:cNvSpPr txBox="1"/>
          <p:nvPr/>
        </p:nvSpPr>
        <p:spPr>
          <a:xfrm>
            <a:off x="1512342" y="2148854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Resultados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1A0EEB8-C058-4306-A313-60924330D4F5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12342" y="3841018"/>
            <a:ext cx="6971966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Foram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identificadas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três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padrões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trajetórias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marL="0" lvl="0" indent="0" algn="l">
              <a:lnSpc>
                <a:spcPts val="3599"/>
              </a:lnSpc>
            </a:pPr>
            <a:endParaRPr lang="en-US" sz="28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lvl="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Persistentes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;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2" name="TextBox 16">
            <a:extLst>
              <a:ext uri="{FF2B5EF4-FFF2-40B4-BE49-F238E27FC236}">
                <a16:creationId xmlns:a16="http://schemas.microsoft.com/office/drawing/2014/main" id="{8692AF61-87C0-46EB-9075-A1CC47D1864C}"/>
              </a:ext>
            </a:extLst>
          </p:cNvPr>
          <p:cNvSpPr txBox="1"/>
          <p:nvPr/>
        </p:nvSpPr>
        <p:spPr>
          <a:xfrm>
            <a:off x="1512342" y="2148854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Resultados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pic>
        <p:nvPicPr>
          <p:cNvPr id="24" name="Imagem 23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9" r="48352" b="54294"/>
          <a:stretch/>
        </p:blipFill>
        <p:spPr bwMode="auto">
          <a:xfrm>
            <a:off x="7848600" y="2737002"/>
            <a:ext cx="5181600" cy="33208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Imagem 22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04" t="67551" r="5407" b="17362"/>
          <a:stretch/>
        </p:blipFill>
        <p:spPr bwMode="auto">
          <a:xfrm>
            <a:off x="13182600" y="6743700"/>
            <a:ext cx="5105400" cy="2209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17426DCD-353D-4ECC-8BC5-E0B2C9B6D592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5588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12342" y="3841018"/>
            <a:ext cx="6971966" cy="2677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Foram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identificadas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três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padrões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trajetórias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marL="0" lvl="0" indent="0" algn="l">
              <a:lnSpc>
                <a:spcPts val="3599"/>
              </a:lnSpc>
            </a:pPr>
            <a:endParaRPr lang="en-US" sz="28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lvl="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Persistentes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;</a:t>
            </a:r>
          </a:p>
          <a:p>
            <a:pPr marL="457200" lvl="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Necessidade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;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2" name="TextBox 16">
            <a:extLst>
              <a:ext uri="{FF2B5EF4-FFF2-40B4-BE49-F238E27FC236}">
                <a16:creationId xmlns:a16="http://schemas.microsoft.com/office/drawing/2014/main" id="{8692AF61-87C0-46EB-9075-A1CC47D1864C}"/>
              </a:ext>
            </a:extLst>
          </p:cNvPr>
          <p:cNvSpPr txBox="1"/>
          <p:nvPr/>
        </p:nvSpPr>
        <p:spPr>
          <a:xfrm>
            <a:off x="1512342" y="2148854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Resultados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pic>
        <p:nvPicPr>
          <p:cNvPr id="24" name="Imagem 23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349" r="3541" b="54294"/>
          <a:stretch/>
        </p:blipFill>
        <p:spPr bwMode="auto">
          <a:xfrm>
            <a:off x="7848600" y="2737002"/>
            <a:ext cx="9677400" cy="33208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35F873C-7C8A-48C1-8E1C-32EAD5C37617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04" t="67551" r="5407" b="17362"/>
          <a:stretch/>
        </p:blipFill>
        <p:spPr bwMode="auto">
          <a:xfrm>
            <a:off x="13182600" y="6743700"/>
            <a:ext cx="5105400" cy="2209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FFD09335-E29B-4CEA-868F-455A35D34481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6724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12342" y="3841018"/>
            <a:ext cx="6971966" cy="3244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Foram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identificadas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três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padrões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trajetórias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marL="0" lvl="0" indent="0" algn="l">
              <a:lnSpc>
                <a:spcPts val="3599"/>
              </a:lnSpc>
            </a:pPr>
            <a:endParaRPr lang="en-US" sz="28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lvl="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Persistentes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;</a:t>
            </a:r>
          </a:p>
          <a:p>
            <a:pPr marL="457200" lvl="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Necessidade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;</a:t>
            </a:r>
          </a:p>
          <a:p>
            <a:pPr marL="457200" lvl="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Intermitentes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2" name="TextBox 16">
            <a:extLst>
              <a:ext uri="{FF2B5EF4-FFF2-40B4-BE49-F238E27FC236}">
                <a16:creationId xmlns:a16="http://schemas.microsoft.com/office/drawing/2014/main" id="{8692AF61-87C0-46EB-9075-A1CC47D1864C}"/>
              </a:ext>
            </a:extLst>
          </p:cNvPr>
          <p:cNvSpPr txBox="1"/>
          <p:nvPr/>
        </p:nvSpPr>
        <p:spPr>
          <a:xfrm>
            <a:off x="1512342" y="2148854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Resultados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pic>
        <p:nvPicPr>
          <p:cNvPr id="24" name="Imagem 23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348" r="3541" b="4727"/>
          <a:stretch/>
        </p:blipFill>
        <p:spPr bwMode="auto">
          <a:xfrm>
            <a:off x="7848600" y="2737002"/>
            <a:ext cx="9677400" cy="72070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736BD88B-255D-4E43-994D-699022792497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04" t="67551" r="5407" b="17362"/>
          <a:stretch/>
        </p:blipFill>
        <p:spPr bwMode="auto">
          <a:xfrm>
            <a:off x="13182600" y="6743700"/>
            <a:ext cx="5105400" cy="2209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F255CCBE-2FDD-4AB5-B363-5453B02C7D28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2077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699" y="3354252"/>
            <a:ext cx="6971966" cy="5507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Os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b="1" spc="-47" dirty="0" err="1">
                <a:latin typeface="Open Sauce"/>
                <a:ea typeface="Open Sauce"/>
                <a:cs typeface="Open Sauce"/>
                <a:sym typeface="Open Sauce"/>
              </a:rPr>
              <a:t>maiores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percentuais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TCP por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necessidade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marL="0" lvl="0" indent="0" algn="l">
              <a:lnSpc>
                <a:spcPts val="3599"/>
              </a:lnSpc>
            </a:pPr>
            <a:endParaRPr lang="en-US" sz="28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lvl="0" indent="-457200" algn="l">
              <a:lnSpc>
                <a:spcPts val="3599"/>
              </a:lnSpc>
              <a:buFont typeface="Wingdings" panose="05000000000000000000" pitchFamily="2" charset="2"/>
              <a:buChar char="§"/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Maranhão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(43%)</a:t>
            </a:r>
          </a:p>
          <a:p>
            <a:pPr marL="457200" lvl="0" indent="-457200" algn="l">
              <a:lnSpc>
                <a:spcPts val="3599"/>
              </a:lnSpc>
              <a:buFont typeface="Wingdings" panose="05000000000000000000" pitchFamily="2" charset="2"/>
              <a:buChar char="§"/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Ceará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(38%)</a:t>
            </a:r>
          </a:p>
          <a:p>
            <a:pPr lvl="0" algn="l">
              <a:lnSpc>
                <a:spcPts val="3599"/>
              </a:lnSpc>
            </a:pPr>
            <a:endParaRPr lang="en-US" sz="28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lvl="0" algn="l">
              <a:lnSpc>
                <a:spcPts val="3599"/>
              </a:lnSpc>
            </a:pP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Os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b="1" spc="-47" dirty="0" err="1">
                <a:latin typeface="Open Sauce"/>
                <a:ea typeface="Open Sauce"/>
                <a:cs typeface="Open Sauce"/>
                <a:sym typeface="Open Sauce"/>
              </a:rPr>
              <a:t>menores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percentuais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TCP por </a:t>
            </a:r>
            <a:r>
              <a:rPr lang="en-US" sz="28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necessidade</a:t>
            </a: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</a:p>
          <a:p>
            <a:pPr lvl="0" algn="l">
              <a:lnSpc>
                <a:spcPts val="3599"/>
              </a:lnSpc>
            </a:pPr>
            <a:endParaRPr lang="en-US" sz="28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7200" lvl="0" indent="-457200" algn="l">
              <a:lnSpc>
                <a:spcPts val="3599"/>
              </a:lnSpc>
              <a:buFont typeface="Wingdings" panose="05000000000000000000" pitchFamily="2" charset="2"/>
              <a:buChar char="§"/>
            </a:pP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Santa Catarina (12%)</a:t>
            </a:r>
          </a:p>
          <a:p>
            <a:pPr marL="457200" lvl="0" indent="-457200" algn="l">
              <a:lnSpc>
                <a:spcPts val="3599"/>
              </a:lnSpc>
              <a:buFont typeface="Wingdings" panose="05000000000000000000" pitchFamily="2" charset="2"/>
              <a:buChar char="§"/>
            </a:pPr>
            <a:r>
              <a:rPr lang="en-US" sz="28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Rio Grande do Sul (13%)</a:t>
            </a:r>
          </a:p>
          <a:p>
            <a:pPr lvl="0" algn="l">
              <a:lnSpc>
                <a:spcPts val="3599"/>
              </a:lnSpc>
            </a:pPr>
            <a:endParaRPr lang="en-US" sz="28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2" name="TextBox 16">
            <a:extLst>
              <a:ext uri="{FF2B5EF4-FFF2-40B4-BE49-F238E27FC236}">
                <a16:creationId xmlns:a16="http://schemas.microsoft.com/office/drawing/2014/main" id="{8692AF61-87C0-46EB-9075-A1CC47D1864C}"/>
              </a:ext>
            </a:extLst>
          </p:cNvPr>
          <p:cNvSpPr txBox="1"/>
          <p:nvPr/>
        </p:nvSpPr>
        <p:spPr>
          <a:xfrm>
            <a:off x="1512342" y="2148854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Resultados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16441312-1E52-4CF8-902F-02F3C718FE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74" r="29619" b="22203"/>
          <a:stretch/>
        </p:blipFill>
        <p:spPr>
          <a:xfrm>
            <a:off x="7239000" y="1887227"/>
            <a:ext cx="8417489" cy="7820440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4F031AA3-AEBF-4245-9C45-02F4F640B8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1" t="19674" r="1274" b="22203"/>
          <a:stretch/>
        </p:blipFill>
        <p:spPr>
          <a:xfrm>
            <a:off x="14980377" y="2000199"/>
            <a:ext cx="3349333" cy="7820440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CC902663-40A3-4BA3-A11A-843975D7FF83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70859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2" name="TextBox 16">
            <a:extLst>
              <a:ext uri="{FF2B5EF4-FFF2-40B4-BE49-F238E27FC236}">
                <a16:creationId xmlns:a16="http://schemas.microsoft.com/office/drawing/2014/main" id="{8692AF61-87C0-46EB-9075-A1CC47D1864C}"/>
              </a:ext>
            </a:extLst>
          </p:cNvPr>
          <p:cNvSpPr txBox="1"/>
          <p:nvPr/>
        </p:nvSpPr>
        <p:spPr>
          <a:xfrm>
            <a:off x="1512341" y="1244383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Resultados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Google Shape;67;p2">
            <a:extLst>
              <a:ext uri="{FF2B5EF4-FFF2-40B4-BE49-F238E27FC236}">
                <a16:creationId xmlns:a16="http://schemas.microsoft.com/office/drawing/2014/main" id="{D2D6A75A-172D-42B8-A679-3FD7F421EB30}"/>
              </a:ext>
            </a:extLst>
          </p:cNvPr>
          <p:cNvSpPr txBox="1">
            <a:spLocks/>
          </p:cNvSpPr>
          <p:nvPr/>
        </p:nvSpPr>
        <p:spPr>
          <a:xfrm>
            <a:off x="4038600" y="9425534"/>
            <a:ext cx="9269506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50800">
              <a:lnSpc>
                <a:spcPct val="90000"/>
              </a:lnSpc>
              <a:spcBef>
                <a:spcPts val="0"/>
              </a:spcBef>
              <a:buClr>
                <a:srgbClr val="616161"/>
              </a:buClr>
              <a:buSzPts val="2800"/>
              <a:buFont typeface="Arial" pitchFamily="34" charset="0"/>
              <a:buNone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</a:rPr>
              <a:t>¹ Teste de independência de Rao-Scott</a:t>
            </a:r>
          </a:p>
        </p:txBody>
      </p:sp>
      <p:sp>
        <p:nvSpPr>
          <p:cNvPr id="16" name="Retângulo de cantos arredondados 15"/>
          <p:cNvSpPr/>
          <p:nvPr/>
        </p:nvSpPr>
        <p:spPr>
          <a:xfrm>
            <a:off x="1698106" y="3021022"/>
            <a:ext cx="4038600" cy="474113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de cantos arredondados 24"/>
          <p:cNvSpPr/>
          <p:nvPr/>
        </p:nvSpPr>
        <p:spPr>
          <a:xfrm>
            <a:off x="1615725" y="3090321"/>
            <a:ext cx="4267200" cy="4777235"/>
          </a:xfrm>
          <a:prstGeom prst="roundRect">
            <a:avLst/>
          </a:prstGeom>
          <a:solidFill>
            <a:srgbClr val="F2F6EA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173189"/>
              </p:ext>
            </p:extLst>
          </p:nvPr>
        </p:nvGraphicFramePr>
        <p:xfrm>
          <a:off x="1844325" y="4658355"/>
          <a:ext cx="3810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7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Idade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dirty="0">
                          <a:latin typeface="Open Sauce" panose="020B0604020202020204" charset="0"/>
                        </a:rPr>
                        <a:t>43,3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Mulheres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dirty="0">
                          <a:latin typeface="Open Sauce" panose="020B0604020202020204" charset="0"/>
                        </a:rPr>
                        <a:t>34%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Urbanidade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dirty="0">
                          <a:latin typeface="Open Sauce" panose="020B0604020202020204" charset="0"/>
                        </a:rPr>
                        <a:t> 84%¹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Ensino</a:t>
                      </a:r>
                      <a:r>
                        <a:rPr lang="pt-BR" sz="2800" baseline="0" dirty="0">
                          <a:latin typeface="Open Sauce" panose="020B0604020202020204" charset="0"/>
                        </a:rPr>
                        <a:t> Sup.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dirty="0">
                          <a:latin typeface="Open Sauce" panose="020B0604020202020204" charset="0"/>
                        </a:rPr>
                        <a:t>17%¹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Resp. Lar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dirty="0">
                          <a:latin typeface="Open Sauce" panose="020B0604020202020204" charset="0"/>
                        </a:rPr>
                        <a:t> 57%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Box 16">
            <a:extLst>
              <a:ext uri="{FF2B5EF4-FFF2-40B4-BE49-F238E27FC236}">
                <a16:creationId xmlns:a16="http://schemas.microsoft.com/office/drawing/2014/main" id="{8692AF61-87C0-46EB-9075-A1CC47D1864C}"/>
              </a:ext>
            </a:extLst>
          </p:cNvPr>
          <p:cNvSpPr txBox="1"/>
          <p:nvPr/>
        </p:nvSpPr>
        <p:spPr>
          <a:xfrm>
            <a:off x="1988613" y="3460637"/>
            <a:ext cx="3437112" cy="587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36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Persistente</a:t>
            </a:r>
            <a:endParaRPr lang="en-US" sz="36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cxnSp>
        <p:nvCxnSpPr>
          <p:cNvPr id="31" name="Conector reto 30"/>
          <p:cNvCxnSpPr/>
          <p:nvPr/>
        </p:nvCxnSpPr>
        <p:spPr>
          <a:xfrm>
            <a:off x="1988613" y="4201155"/>
            <a:ext cx="3521424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de cantos arredondados 32"/>
          <p:cNvSpPr/>
          <p:nvPr/>
        </p:nvSpPr>
        <p:spPr>
          <a:xfrm>
            <a:off x="7016581" y="2996600"/>
            <a:ext cx="4038600" cy="474113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de cantos arredondados 33"/>
          <p:cNvSpPr/>
          <p:nvPr/>
        </p:nvSpPr>
        <p:spPr>
          <a:xfrm>
            <a:off x="6934200" y="3065899"/>
            <a:ext cx="4267200" cy="4777235"/>
          </a:xfrm>
          <a:prstGeom prst="roundRect">
            <a:avLst/>
          </a:prstGeom>
          <a:solidFill>
            <a:srgbClr val="FFE1E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35" name="Tabela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700227"/>
              </p:ext>
            </p:extLst>
          </p:nvPr>
        </p:nvGraphicFramePr>
        <p:xfrm>
          <a:off x="7162800" y="4633933"/>
          <a:ext cx="3810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7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Idade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b="0" dirty="0">
                          <a:solidFill>
                            <a:schemeClr val="tx1"/>
                          </a:solidFill>
                          <a:latin typeface="Open Sauce" panose="020B0604020202020204" charset="0"/>
                        </a:rPr>
                        <a:t>41,5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Mulheres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dirty="0">
                          <a:latin typeface="Open Sauce" panose="020B0604020202020204" charset="0"/>
                        </a:rPr>
                        <a:t>53%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Urbanidade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dirty="0">
                          <a:latin typeface="Open Sauce" panose="020B0604020202020204" charset="0"/>
                        </a:rPr>
                        <a:t> 78%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Ensino</a:t>
                      </a:r>
                      <a:r>
                        <a:rPr lang="pt-BR" sz="2800" baseline="0" dirty="0">
                          <a:latin typeface="Open Sauce" panose="020B0604020202020204" charset="0"/>
                        </a:rPr>
                        <a:t> Sup.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dirty="0">
                          <a:latin typeface="Open Sauce" panose="020B0604020202020204" charset="0"/>
                        </a:rPr>
                        <a:t>9%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Resp. Lar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dirty="0">
                          <a:latin typeface="Open Sauce" panose="020B0604020202020204" charset="0"/>
                        </a:rPr>
                        <a:t> 49%¹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TextBox 16">
            <a:extLst>
              <a:ext uri="{FF2B5EF4-FFF2-40B4-BE49-F238E27FC236}">
                <a16:creationId xmlns:a16="http://schemas.microsoft.com/office/drawing/2014/main" id="{8692AF61-87C0-46EB-9075-A1CC47D1864C}"/>
              </a:ext>
            </a:extLst>
          </p:cNvPr>
          <p:cNvSpPr txBox="1"/>
          <p:nvPr/>
        </p:nvSpPr>
        <p:spPr>
          <a:xfrm>
            <a:off x="7307088" y="3436215"/>
            <a:ext cx="3437112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36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Necessidade</a:t>
            </a:r>
            <a:endParaRPr lang="en-US" sz="36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cxnSp>
        <p:nvCxnSpPr>
          <p:cNvPr id="37" name="Conector reto 36"/>
          <p:cNvCxnSpPr/>
          <p:nvPr/>
        </p:nvCxnSpPr>
        <p:spPr>
          <a:xfrm>
            <a:off x="7307088" y="4176733"/>
            <a:ext cx="3521424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ângulo de cantos arredondados 37"/>
          <p:cNvSpPr/>
          <p:nvPr/>
        </p:nvSpPr>
        <p:spPr>
          <a:xfrm>
            <a:off x="12281007" y="3016375"/>
            <a:ext cx="4038600" cy="474113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de cantos arredondados 38"/>
          <p:cNvSpPr/>
          <p:nvPr/>
        </p:nvSpPr>
        <p:spPr>
          <a:xfrm>
            <a:off x="12198626" y="3085674"/>
            <a:ext cx="4267200" cy="4777235"/>
          </a:xfrm>
          <a:prstGeom prst="roundRect">
            <a:avLst/>
          </a:prstGeom>
          <a:solidFill>
            <a:srgbClr val="FCDDC4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40" name="Tabela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044345"/>
              </p:ext>
            </p:extLst>
          </p:nvPr>
        </p:nvGraphicFramePr>
        <p:xfrm>
          <a:off x="12427226" y="4653708"/>
          <a:ext cx="3810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7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Idade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b="0" dirty="0">
                          <a:solidFill>
                            <a:schemeClr val="tx1"/>
                          </a:solidFill>
                          <a:latin typeface="Open Sauce" panose="020B0604020202020204" charset="0"/>
                        </a:rPr>
                        <a:t>38,3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Mulheres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dirty="0">
                          <a:latin typeface="Open Sauce" panose="020B0604020202020204" charset="0"/>
                        </a:rPr>
                        <a:t>26%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Urbanidade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dirty="0">
                          <a:latin typeface="Open Sauce" panose="020B0604020202020204" charset="0"/>
                        </a:rPr>
                        <a:t> 84%¹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Ensino</a:t>
                      </a:r>
                      <a:r>
                        <a:rPr lang="pt-BR" sz="2800" baseline="0" dirty="0">
                          <a:latin typeface="Open Sauce" panose="020B0604020202020204" charset="0"/>
                        </a:rPr>
                        <a:t> Sup.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dirty="0">
                          <a:latin typeface="Open Sauce" panose="020B0604020202020204" charset="0"/>
                        </a:rPr>
                        <a:t>17%¹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910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Open Sauce" panose="020B0604020202020204" charset="0"/>
                        </a:rPr>
                        <a:t>Resp. Lar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2800" dirty="0">
                          <a:latin typeface="Open Sauce" panose="020B0604020202020204" charset="0"/>
                        </a:rPr>
                        <a:t> 48%¹</a:t>
                      </a:r>
                      <a:endParaRPr lang="pt-BR" sz="2800" b="0" dirty="0">
                        <a:solidFill>
                          <a:schemeClr val="tx1"/>
                        </a:solidFill>
                        <a:latin typeface="Open Sauce" panose="020B06040202020202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TextBox 16">
            <a:extLst>
              <a:ext uri="{FF2B5EF4-FFF2-40B4-BE49-F238E27FC236}">
                <a16:creationId xmlns:a16="http://schemas.microsoft.com/office/drawing/2014/main" id="{8692AF61-87C0-46EB-9075-A1CC47D1864C}"/>
              </a:ext>
            </a:extLst>
          </p:cNvPr>
          <p:cNvSpPr txBox="1"/>
          <p:nvPr/>
        </p:nvSpPr>
        <p:spPr>
          <a:xfrm>
            <a:off x="12571514" y="3455990"/>
            <a:ext cx="3437112" cy="587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36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Intermitente</a:t>
            </a:r>
            <a:endParaRPr lang="en-US" sz="36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cxnSp>
        <p:nvCxnSpPr>
          <p:cNvPr id="42" name="Conector reto 41"/>
          <p:cNvCxnSpPr/>
          <p:nvPr/>
        </p:nvCxnSpPr>
        <p:spPr>
          <a:xfrm>
            <a:off x="12571514" y="4196508"/>
            <a:ext cx="3521424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AA34AC30-7A95-4BD8-A37D-ED358659A12F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111562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2" name="TextBox 16">
            <a:extLst>
              <a:ext uri="{FF2B5EF4-FFF2-40B4-BE49-F238E27FC236}">
                <a16:creationId xmlns:a16="http://schemas.microsoft.com/office/drawing/2014/main" id="{8692AF61-87C0-46EB-9075-A1CC47D1864C}"/>
              </a:ext>
            </a:extLst>
          </p:cNvPr>
          <p:cNvSpPr txBox="1"/>
          <p:nvPr/>
        </p:nvSpPr>
        <p:spPr>
          <a:xfrm>
            <a:off x="1512341" y="1244383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Resultados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Google Shape;67;p2">
            <a:extLst>
              <a:ext uri="{FF2B5EF4-FFF2-40B4-BE49-F238E27FC236}">
                <a16:creationId xmlns:a16="http://schemas.microsoft.com/office/drawing/2014/main" id="{D2D6A75A-172D-42B8-A679-3FD7F421EB30}"/>
              </a:ext>
            </a:extLst>
          </p:cNvPr>
          <p:cNvSpPr txBox="1">
            <a:spLocks/>
          </p:cNvSpPr>
          <p:nvPr/>
        </p:nvSpPr>
        <p:spPr>
          <a:xfrm>
            <a:off x="4038600" y="9425534"/>
            <a:ext cx="9269506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50800">
              <a:lnSpc>
                <a:spcPct val="90000"/>
              </a:lnSpc>
              <a:spcBef>
                <a:spcPts val="0"/>
              </a:spcBef>
              <a:buClr>
                <a:srgbClr val="616161"/>
              </a:buClr>
              <a:buSzPts val="2800"/>
              <a:buFont typeface="Arial" pitchFamily="34" charset="0"/>
              <a:buNone/>
            </a:pPr>
            <a:r>
              <a:rPr lang="pt-BR" sz="2400" dirty="0">
                <a:solidFill>
                  <a:schemeClr val="bg1">
                    <a:lumMod val="50000"/>
                  </a:schemeClr>
                </a:solidFill>
              </a:rPr>
              <a:t>* Teste de diferenças T 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</a:rPr>
              <a:t>Student</a:t>
            </a:r>
            <a:endParaRPr lang="pt-BR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9" name="Gráfico 8"/>
          <p:cNvGraphicFramePr/>
          <p:nvPr>
            <p:extLst>
              <p:ext uri="{D42A27DB-BD31-4B8C-83A1-F6EECF244321}">
                <p14:modId xmlns:p14="http://schemas.microsoft.com/office/powerpoint/2010/main" val="2178860328"/>
              </p:ext>
            </p:extLst>
          </p:nvPr>
        </p:nvGraphicFramePr>
        <p:xfrm>
          <a:off x="1371600" y="2933700"/>
          <a:ext cx="155448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CaixaDeTexto 20">
            <a:extLst>
              <a:ext uri="{FF2B5EF4-FFF2-40B4-BE49-F238E27FC236}">
                <a16:creationId xmlns:a16="http://schemas.microsoft.com/office/drawing/2014/main" id="{82944392-3CC4-4395-883E-A89E6B1C27A1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158006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2" name="TextBox 16">
            <a:extLst>
              <a:ext uri="{FF2B5EF4-FFF2-40B4-BE49-F238E27FC236}">
                <a16:creationId xmlns:a16="http://schemas.microsoft.com/office/drawing/2014/main" id="{8692AF61-87C0-46EB-9075-A1CC47D1864C}"/>
              </a:ext>
            </a:extLst>
          </p:cNvPr>
          <p:cNvSpPr txBox="1"/>
          <p:nvPr/>
        </p:nvSpPr>
        <p:spPr>
          <a:xfrm>
            <a:off x="1512341" y="1244383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Resultados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aphicFrame>
        <p:nvGraphicFramePr>
          <p:cNvPr id="25" name="Gráfico 24"/>
          <p:cNvGraphicFramePr/>
          <p:nvPr>
            <p:extLst>
              <p:ext uri="{D42A27DB-BD31-4B8C-83A1-F6EECF244321}">
                <p14:modId xmlns:p14="http://schemas.microsoft.com/office/powerpoint/2010/main" val="254630832"/>
              </p:ext>
            </p:extLst>
          </p:nvPr>
        </p:nvGraphicFramePr>
        <p:xfrm>
          <a:off x="914400" y="2400300"/>
          <a:ext cx="16002000" cy="680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CaixaDeTexto 20">
            <a:extLst>
              <a:ext uri="{FF2B5EF4-FFF2-40B4-BE49-F238E27FC236}">
                <a16:creationId xmlns:a16="http://schemas.microsoft.com/office/drawing/2014/main" id="{1BBE3312-56C6-4253-921C-E5E39CC9C834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685798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6995235" y="9212186"/>
            <a:ext cx="1539574" cy="480305"/>
          </a:xfrm>
          <a:custGeom>
            <a:avLst/>
            <a:gdLst/>
            <a:ahLst/>
            <a:cxnLst/>
            <a:rect l="l" t="t" r="r" b="b"/>
            <a:pathLst>
              <a:path w="1539574" h="480305">
                <a:moveTo>
                  <a:pt x="0" y="0"/>
                </a:moveTo>
                <a:lnTo>
                  <a:pt x="1539575" y="0"/>
                </a:lnTo>
                <a:lnTo>
                  <a:pt x="1539575" y="480305"/>
                </a:lnTo>
                <a:lnTo>
                  <a:pt x="0" y="480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824" t="-59076" r="-14474" b="-58098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955733" y="9286729"/>
            <a:ext cx="643244" cy="324911"/>
          </a:xfrm>
          <a:custGeom>
            <a:avLst/>
            <a:gdLst/>
            <a:ahLst/>
            <a:cxnLst/>
            <a:rect l="l" t="t" r="r" b="b"/>
            <a:pathLst>
              <a:path w="643244" h="324911">
                <a:moveTo>
                  <a:pt x="0" y="0"/>
                </a:moveTo>
                <a:lnTo>
                  <a:pt x="643244" y="0"/>
                </a:lnTo>
                <a:lnTo>
                  <a:pt x="643244" y="324910"/>
                </a:lnTo>
                <a:lnTo>
                  <a:pt x="0" y="324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9628263" y="9269346"/>
            <a:ext cx="655020" cy="365985"/>
          </a:xfrm>
          <a:custGeom>
            <a:avLst/>
            <a:gdLst/>
            <a:ahLst/>
            <a:cxnLst/>
            <a:rect l="l" t="t" r="r" b="b"/>
            <a:pathLst>
              <a:path w="655020" h="365985">
                <a:moveTo>
                  <a:pt x="0" y="0"/>
                </a:moveTo>
                <a:lnTo>
                  <a:pt x="655019" y="0"/>
                </a:lnTo>
                <a:lnTo>
                  <a:pt x="655019" y="365985"/>
                </a:lnTo>
                <a:lnTo>
                  <a:pt x="0" y="3659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6995235" y="8812251"/>
            <a:ext cx="1096542" cy="14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89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REALIZAÇÃO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24550" y="8812251"/>
            <a:ext cx="1450670" cy="14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89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APOIO INSTITUCIONAL</a:t>
            </a:r>
          </a:p>
        </p:txBody>
      </p:sp>
      <p:sp>
        <p:nvSpPr>
          <p:cNvPr id="29" name="Freeform 29"/>
          <p:cNvSpPr/>
          <p:nvPr/>
        </p:nvSpPr>
        <p:spPr>
          <a:xfrm>
            <a:off x="13955259" y="9183638"/>
            <a:ext cx="955378" cy="537400"/>
          </a:xfrm>
          <a:custGeom>
            <a:avLst/>
            <a:gdLst/>
            <a:ahLst/>
            <a:cxnLst/>
            <a:rect l="l" t="t" r="r" b="b"/>
            <a:pathLst>
              <a:path w="955378" h="537400">
                <a:moveTo>
                  <a:pt x="0" y="0"/>
                </a:moveTo>
                <a:lnTo>
                  <a:pt x="955378" y="0"/>
                </a:lnTo>
                <a:lnTo>
                  <a:pt x="955378" y="537400"/>
                </a:lnTo>
                <a:lnTo>
                  <a:pt x="0" y="53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7421" t="-10052" r="-4949" b="-12318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7044835" y="9305307"/>
            <a:ext cx="744461" cy="294062"/>
          </a:xfrm>
          <a:custGeom>
            <a:avLst/>
            <a:gdLst/>
            <a:ahLst/>
            <a:cxnLst/>
            <a:rect l="l" t="t" r="r" b="b"/>
            <a:pathLst>
              <a:path w="744461" h="294062">
                <a:moveTo>
                  <a:pt x="0" y="0"/>
                </a:moveTo>
                <a:lnTo>
                  <a:pt x="744460" y="0"/>
                </a:lnTo>
                <a:lnTo>
                  <a:pt x="744460" y="294062"/>
                </a:lnTo>
                <a:lnTo>
                  <a:pt x="0" y="2940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5914232" y="9368497"/>
            <a:ext cx="828059" cy="167682"/>
          </a:xfrm>
          <a:custGeom>
            <a:avLst/>
            <a:gdLst/>
            <a:ahLst/>
            <a:cxnLst/>
            <a:rect l="l" t="t" r="r" b="b"/>
            <a:pathLst>
              <a:path w="828059" h="167682">
                <a:moveTo>
                  <a:pt x="0" y="0"/>
                </a:moveTo>
                <a:lnTo>
                  <a:pt x="828059" y="0"/>
                </a:lnTo>
                <a:lnTo>
                  <a:pt x="828059" y="167682"/>
                </a:lnTo>
                <a:lnTo>
                  <a:pt x="0" y="1676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5167104" y="9082356"/>
            <a:ext cx="440279" cy="739964"/>
          </a:xfrm>
          <a:custGeom>
            <a:avLst/>
            <a:gdLst/>
            <a:ahLst/>
            <a:cxnLst/>
            <a:rect l="l" t="t" r="r" b="b"/>
            <a:pathLst>
              <a:path w="440279" h="739964">
                <a:moveTo>
                  <a:pt x="0" y="0"/>
                </a:moveTo>
                <a:lnTo>
                  <a:pt x="440279" y="0"/>
                </a:lnTo>
                <a:lnTo>
                  <a:pt x="440279" y="739964"/>
                </a:lnTo>
                <a:lnTo>
                  <a:pt x="0" y="7399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2824550" y="9133481"/>
            <a:ext cx="955378" cy="637715"/>
          </a:xfrm>
          <a:custGeom>
            <a:avLst/>
            <a:gdLst/>
            <a:ahLst/>
            <a:cxnLst/>
            <a:rect l="l" t="t" r="r" b="b"/>
            <a:pathLst>
              <a:path w="955378" h="637715">
                <a:moveTo>
                  <a:pt x="0" y="0"/>
                </a:moveTo>
                <a:lnTo>
                  <a:pt x="955379" y="0"/>
                </a:lnTo>
                <a:lnTo>
                  <a:pt x="955379" y="637715"/>
                </a:lnTo>
                <a:lnTo>
                  <a:pt x="0" y="6377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0828908" y="9082356"/>
            <a:ext cx="1056918" cy="675106"/>
          </a:xfrm>
          <a:custGeom>
            <a:avLst/>
            <a:gdLst/>
            <a:ahLst/>
            <a:cxnLst/>
            <a:rect l="l" t="t" r="r" b="b"/>
            <a:pathLst>
              <a:path w="1056918" h="675106">
                <a:moveTo>
                  <a:pt x="0" y="0"/>
                </a:moveTo>
                <a:lnTo>
                  <a:pt x="1056918" y="0"/>
                </a:lnTo>
                <a:lnTo>
                  <a:pt x="1056918" y="675106"/>
                </a:lnTo>
                <a:lnTo>
                  <a:pt x="0" y="6751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0883069" y="8812251"/>
            <a:ext cx="1686488" cy="14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89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APOIO FINANCEIRO</a:t>
            </a: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8692AF61-87C0-46EB-9075-A1CC47D1864C}"/>
              </a:ext>
            </a:extLst>
          </p:cNvPr>
          <p:cNvSpPr txBox="1"/>
          <p:nvPr/>
        </p:nvSpPr>
        <p:spPr>
          <a:xfrm>
            <a:off x="1512341" y="1244383"/>
            <a:ext cx="8417488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 dirty="0" err="1">
                <a:latin typeface="Open Sauce Bold"/>
                <a:ea typeface="Open Sauce Bold"/>
                <a:cs typeface="Open Sauce Bold"/>
                <a:sym typeface="Open Sauce Bold"/>
              </a:rPr>
              <a:t>Discussão</a:t>
            </a:r>
            <a:endParaRPr lang="en-US" sz="4500" b="1" spc="-9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07DAA113-26DF-4C4F-8962-FF38B05EF2AC}"/>
              </a:ext>
            </a:extLst>
          </p:cNvPr>
          <p:cNvSpPr txBox="1"/>
          <p:nvPr/>
        </p:nvSpPr>
        <p:spPr>
          <a:xfrm>
            <a:off x="1028699" y="2602602"/>
            <a:ext cx="13246521" cy="53458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pt-BR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1. </a:t>
            </a:r>
            <a:r>
              <a:rPr lang="pt-BR" sz="3200" b="1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Heterogeneidade regional</a:t>
            </a:r>
            <a:r>
              <a:rPr lang="pt-BR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: as distinções nas prevalências a nível de UF, indicam influências do contexto regional.</a:t>
            </a:r>
            <a:endParaRPr lang="en-US" sz="32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ts val="4200"/>
              </a:lnSpc>
            </a:pPr>
            <a:endParaRPr lang="en-US" sz="32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ts val="4200"/>
              </a:lnSpc>
            </a:pP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2. </a:t>
            </a:r>
            <a:r>
              <a:rPr lang="en-US" sz="3200" b="1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Perfil</a:t>
            </a:r>
            <a:r>
              <a:rPr lang="en-US" sz="3200" b="1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00" b="1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vulnerável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maior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presença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mulheres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menor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nível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escolarização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e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renda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>
              <a:lnSpc>
                <a:spcPts val="4200"/>
              </a:lnSpc>
            </a:pPr>
            <a:endParaRPr lang="en-US" sz="32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ts val="4200"/>
              </a:lnSpc>
            </a:pP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3. </a:t>
            </a:r>
            <a:r>
              <a:rPr lang="en-US" sz="3200" b="1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Persistentes</a:t>
            </a:r>
            <a:r>
              <a:rPr lang="en-US" sz="3200" b="1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e </a:t>
            </a:r>
            <a:r>
              <a:rPr lang="en-US" sz="3200" b="1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intermitentes</a:t>
            </a:r>
            <a:r>
              <a:rPr lang="en-US" sz="3200" b="1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apresentam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perfil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semelhante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em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termos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presença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em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território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urbano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escolaridade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 e </a:t>
            </a:r>
            <a:r>
              <a:rPr lang="en-US" sz="32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renda</a:t>
            </a:r>
            <a:r>
              <a:rPr lang="en-US" sz="32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>
              <a:lnSpc>
                <a:spcPts val="4200"/>
              </a:lnSpc>
            </a:pPr>
            <a:endParaRPr lang="pt-BR" sz="32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ts val="4200"/>
              </a:lnSpc>
            </a:pPr>
            <a:endParaRPr lang="pt-BR" sz="32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E527BF2-0E84-4CBF-AC14-3D0E18DEC339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23369" y="-1362961"/>
            <a:ext cx="5700809" cy="3606177"/>
            <a:chOff x="0" y="0"/>
            <a:chExt cx="2057685" cy="1301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57685" cy="1301636"/>
            </a:xfrm>
            <a:custGeom>
              <a:avLst/>
              <a:gdLst/>
              <a:ahLst/>
              <a:cxnLst/>
              <a:rect l="l" t="t" r="r" b="b"/>
              <a:pathLst>
                <a:path w="2057685" h="1301636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1271759"/>
                  </a:lnTo>
                  <a:cubicBezTo>
                    <a:pt x="2057685" y="1288260"/>
                    <a:pt x="2044309" y="1301636"/>
                    <a:pt x="2027809" y="1301636"/>
                  </a:cubicBezTo>
                  <a:lnTo>
                    <a:pt x="29877" y="1301636"/>
                  </a:lnTo>
                  <a:cubicBezTo>
                    <a:pt x="13376" y="1301636"/>
                    <a:pt x="0" y="1288260"/>
                    <a:pt x="0" y="1271759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57685" cy="13302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86804" y="-1267711"/>
            <a:ext cx="5633067" cy="4783321"/>
            <a:chOff x="0" y="0"/>
            <a:chExt cx="2033234" cy="17265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3234" cy="1726522"/>
            </a:xfrm>
            <a:custGeom>
              <a:avLst/>
              <a:gdLst/>
              <a:ahLst/>
              <a:cxnLst/>
              <a:rect l="l" t="t" r="r" b="b"/>
              <a:pathLst>
                <a:path w="2033234" h="1726522">
                  <a:moveTo>
                    <a:pt x="30236" y="0"/>
                  </a:moveTo>
                  <a:lnTo>
                    <a:pt x="2002998" y="0"/>
                  </a:lnTo>
                  <a:cubicBezTo>
                    <a:pt x="2019697" y="0"/>
                    <a:pt x="2033234" y="13537"/>
                    <a:pt x="2033234" y="30236"/>
                  </a:cubicBezTo>
                  <a:lnTo>
                    <a:pt x="2033234" y="1696286"/>
                  </a:lnTo>
                  <a:cubicBezTo>
                    <a:pt x="2033234" y="1712985"/>
                    <a:pt x="2019697" y="1726522"/>
                    <a:pt x="2002998" y="1726522"/>
                  </a:cubicBezTo>
                  <a:lnTo>
                    <a:pt x="30236" y="1726522"/>
                  </a:lnTo>
                  <a:cubicBezTo>
                    <a:pt x="13537" y="1726522"/>
                    <a:pt x="0" y="1712985"/>
                    <a:pt x="0" y="1696286"/>
                  </a:cubicBezTo>
                  <a:lnTo>
                    <a:pt x="0" y="30236"/>
                  </a:lnTo>
                  <a:cubicBezTo>
                    <a:pt x="0" y="13537"/>
                    <a:pt x="13537" y="0"/>
                    <a:pt x="30236" y="0"/>
                  </a:cubicBezTo>
                  <a:close/>
                </a:path>
              </a:pathLst>
            </a:custGeom>
            <a:ln w="28575" cap="rnd">
              <a:solidFill>
                <a:srgbClr val="0066CC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033234" cy="1755097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574539" y="603867"/>
            <a:ext cx="2161011" cy="1040167"/>
          </a:xfrm>
          <a:custGeom>
            <a:avLst/>
            <a:gdLst/>
            <a:ahLst/>
            <a:cxnLst/>
            <a:rect l="l" t="t" r="r" b="b"/>
            <a:pathLst>
              <a:path w="2161011" h="1040167">
                <a:moveTo>
                  <a:pt x="0" y="0"/>
                </a:moveTo>
                <a:lnTo>
                  <a:pt x="2161011" y="0"/>
                </a:lnTo>
                <a:lnTo>
                  <a:pt x="2161011" y="1040166"/>
                </a:lnTo>
                <a:lnTo>
                  <a:pt x="0" y="104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1821705" y="9504701"/>
            <a:ext cx="5700809" cy="1121412"/>
            <a:chOff x="0" y="0"/>
            <a:chExt cx="2057685" cy="4047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57685" cy="404769"/>
            </a:xfrm>
            <a:custGeom>
              <a:avLst/>
              <a:gdLst/>
              <a:ahLst/>
              <a:cxnLst/>
              <a:rect l="l" t="t" r="r" b="b"/>
              <a:pathLst>
                <a:path w="2057685" h="404769">
                  <a:moveTo>
                    <a:pt x="29877" y="0"/>
                  </a:moveTo>
                  <a:lnTo>
                    <a:pt x="2027809" y="0"/>
                  </a:lnTo>
                  <a:cubicBezTo>
                    <a:pt x="2044309" y="0"/>
                    <a:pt x="2057685" y="13376"/>
                    <a:pt x="2057685" y="29877"/>
                  </a:cubicBezTo>
                  <a:lnTo>
                    <a:pt x="2057685" y="374892"/>
                  </a:lnTo>
                  <a:cubicBezTo>
                    <a:pt x="2057685" y="391393"/>
                    <a:pt x="2044309" y="404769"/>
                    <a:pt x="2027809" y="404769"/>
                  </a:cubicBezTo>
                  <a:lnTo>
                    <a:pt x="29877" y="404769"/>
                  </a:lnTo>
                  <a:cubicBezTo>
                    <a:pt x="13376" y="404769"/>
                    <a:pt x="0" y="391393"/>
                    <a:pt x="0" y="374892"/>
                  </a:cubicBezTo>
                  <a:lnTo>
                    <a:pt x="0" y="29877"/>
                  </a:lnTo>
                  <a:cubicBezTo>
                    <a:pt x="0" y="13376"/>
                    <a:pt x="13376" y="0"/>
                    <a:pt x="29877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057685" cy="433344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499430" y="8785018"/>
            <a:ext cx="3011771" cy="1841096"/>
            <a:chOff x="0" y="0"/>
            <a:chExt cx="1087087" cy="664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87087" cy="664536"/>
            </a:xfrm>
            <a:custGeom>
              <a:avLst/>
              <a:gdLst/>
              <a:ahLst/>
              <a:cxnLst/>
              <a:rect l="l" t="t" r="r" b="b"/>
              <a:pathLst>
                <a:path w="1087087" h="664536">
                  <a:moveTo>
                    <a:pt x="56552" y="0"/>
                  </a:moveTo>
                  <a:lnTo>
                    <a:pt x="1030535" y="0"/>
                  </a:lnTo>
                  <a:cubicBezTo>
                    <a:pt x="1045534" y="0"/>
                    <a:pt x="1059918" y="5958"/>
                    <a:pt x="1070524" y="16564"/>
                  </a:cubicBezTo>
                  <a:cubicBezTo>
                    <a:pt x="1081129" y="27169"/>
                    <a:pt x="1087087" y="41554"/>
                    <a:pt x="1087087" y="56552"/>
                  </a:cubicBezTo>
                  <a:lnTo>
                    <a:pt x="1087087" y="607984"/>
                  </a:lnTo>
                  <a:cubicBezTo>
                    <a:pt x="1087087" y="622983"/>
                    <a:pt x="1081129" y="637367"/>
                    <a:pt x="1070524" y="647973"/>
                  </a:cubicBezTo>
                  <a:cubicBezTo>
                    <a:pt x="1059918" y="658578"/>
                    <a:pt x="1045534" y="664536"/>
                    <a:pt x="1030535" y="664536"/>
                  </a:cubicBezTo>
                  <a:lnTo>
                    <a:pt x="56552" y="664536"/>
                  </a:lnTo>
                  <a:cubicBezTo>
                    <a:pt x="25319" y="664536"/>
                    <a:pt x="0" y="639217"/>
                    <a:pt x="0" y="607984"/>
                  </a:cubicBezTo>
                  <a:lnTo>
                    <a:pt x="0" y="56552"/>
                  </a:lnTo>
                  <a:cubicBezTo>
                    <a:pt x="0" y="41554"/>
                    <a:pt x="5958" y="27169"/>
                    <a:pt x="16564" y="16564"/>
                  </a:cubicBezTo>
                  <a:cubicBezTo>
                    <a:pt x="27169" y="5958"/>
                    <a:pt x="41554" y="0"/>
                    <a:pt x="56552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087087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477186" y="-1237229"/>
            <a:ext cx="4356290" cy="1841096"/>
            <a:chOff x="0" y="0"/>
            <a:chExt cx="1572386" cy="6645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72386" cy="664536"/>
            </a:xfrm>
            <a:custGeom>
              <a:avLst/>
              <a:gdLst/>
              <a:ahLst/>
              <a:cxnLst/>
              <a:rect l="l" t="t" r="r" b="b"/>
              <a:pathLst>
                <a:path w="1572386" h="664536">
                  <a:moveTo>
                    <a:pt x="39098" y="0"/>
                  </a:moveTo>
                  <a:lnTo>
                    <a:pt x="1533288" y="0"/>
                  </a:lnTo>
                  <a:cubicBezTo>
                    <a:pt x="1554882" y="0"/>
                    <a:pt x="1572386" y="17505"/>
                    <a:pt x="1572386" y="39098"/>
                  </a:cubicBezTo>
                  <a:lnTo>
                    <a:pt x="1572386" y="625438"/>
                  </a:lnTo>
                  <a:cubicBezTo>
                    <a:pt x="1572386" y="635808"/>
                    <a:pt x="1568267" y="645753"/>
                    <a:pt x="1560935" y="653085"/>
                  </a:cubicBezTo>
                  <a:cubicBezTo>
                    <a:pt x="1553603" y="660417"/>
                    <a:pt x="1543658" y="664536"/>
                    <a:pt x="1533288" y="664536"/>
                  </a:cubicBezTo>
                  <a:lnTo>
                    <a:pt x="39098" y="664536"/>
                  </a:lnTo>
                  <a:cubicBezTo>
                    <a:pt x="17505" y="664536"/>
                    <a:pt x="0" y="647032"/>
                    <a:pt x="0" y="625438"/>
                  </a:cubicBezTo>
                  <a:lnTo>
                    <a:pt x="0" y="39098"/>
                  </a:lnTo>
                  <a:cubicBezTo>
                    <a:pt x="0" y="17505"/>
                    <a:pt x="17505" y="0"/>
                    <a:pt x="39098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572386" cy="693111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5386910" y="2535968"/>
            <a:ext cx="2348640" cy="579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2410"/>
              </a:lnSpc>
            </a:pPr>
            <a:r>
              <a:rPr lang="en-US" sz="1721" b="1">
                <a:solidFill>
                  <a:srgbClr val="0066C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12342" y="2148854"/>
            <a:ext cx="8417488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1" spc="-9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Exemplo de Título Introdução ao Projeto</a:t>
            </a: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D40AE5AA-C113-4254-9E5B-CD15F0C3D5C8}"/>
              </a:ext>
            </a:extLst>
          </p:cNvPr>
          <p:cNvSpPr txBox="1"/>
          <p:nvPr/>
        </p:nvSpPr>
        <p:spPr>
          <a:xfrm>
            <a:off x="1192278" y="1897716"/>
            <a:ext cx="15087599" cy="7848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pt-BR" sz="3600" b="1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Contribuições:</a:t>
            </a:r>
          </a:p>
          <a:p>
            <a:pPr>
              <a:lnSpc>
                <a:spcPts val="3599"/>
              </a:lnSpc>
            </a:pPr>
            <a:endParaRPr lang="pt-BR" sz="3600" b="1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71500" indent="-571500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pt-BR" sz="36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Contribui no debate de políticas públicas para </a:t>
            </a:r>
            <a:r>
              <a:rPr lang="pt-BR" sz="36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TCP’s</a:t>
            </a:r>
            <a:r>
              <a:rPr lang="pt-BR" sz="36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>
              <a:lnSpc>
                <a:spcPts val="3599"/>
              </a:lnSpc>
            </a:pPr>
            <a:endParaRPr lang="pt-BR" sz="36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71500" indent="-571500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pt-BR" sz="36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Lança bases metodológicas para identificar padrões de </a:t>
            </a:r>
            <a:r>
              <a:rPr lang="pt-BR" sz="3600" spc="-47" dirty="0" err="1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TCP’s</a:t>
            </a:r>
            <a:r>
              <a:rPr lang="pt-BR" sz="36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>
              <a:lnSpc>
                <a:spcPts val="3599"/>
              </a:lnSpc>
            </a:pPr>
            <a:endParaRPr lang="pt-BR" sz="36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ts val="3599"/>
              </a:lnSpc>
            </a:pPr>
            <a:r>
              <a:rPr lang="pt-BR" sz="3600" b="1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Limitações:</a:t>
            </a:r>
            <a:endParaRPr lang="en-US" sz="3600" b="1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ts val="3599"/>
              </a:lnSpc>
            </a:pPr>
            <a:endParaRPr lang="en-US" sz="36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71500" indent="-571500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pt-BR" sz="36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Horizonte temporal reduzido.</a:t>
            </a:r>
          </a:p>
          <a:p>
            <a:pPr>
              <a:lnSpc>
                <a:spcPts val="3599"/>
              </a:lnSpc>
            </a:pPr>
            <a:endParaRPr lang="pt-BR" sz="36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ts val="3599"/>
              </a:lnSpc>
            </a:pPr>
            <a:r>
              <a:rPr lang="pt-BR" sz="3600" b="1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Sugestão de agenda de pesquisa:</a:t>
            </a:r>
          </a:p>
          <a:p>
            <a:pPr>
              <a:lnSpc>
                <a:spcPts val="3599"/>
              </a:lnSpc>
            </a:pPr>
            <a:endParaRPr lang="pt-BR" sz="36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71500" indent="-571500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pt-BR" sz="36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Analisar fatores associados a transições entre as trajetórias.</a:t>
            </a:r>
          </a:p>
          <a:p>
            <a:pPr>
              <a:lnSpc>
                <a:spcPts val="3599"/>
              </a:lnSpc>
            </a:pPr>
            <a:endParaRPr lang="pt-BR" sz="36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71500" indent="-571500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pt-BR" sz="3600" spc="-47" dirty="0">
                <a:solidFill>
                  <a:srgbClr val="001456"/>
                </a:solidFill>
                <a:latin typeface="Open Sauce"/>
                <a:ea typeface="Open Sauce"/>
                <a:cs typeface="Open Sauce"/>
                <a:sym typeface="Open Sauce"/>
              </a:rPr>
              <a:t>Analisar determinantes regionais nas prevalências das trajetórias.</a:t>
            </a:r>
          </a:p>
          <a:p>
            <a:pPr marL="571500" indent="-571500">
              <a:lnSpc>
                <a:spcPts val="3599"/>
              </a:lnSpc>
              <a:buFont typeface="Arial" panose="020B0604020202020204" pitchFamily="34" charset="0"/>
              <a:buChar char="•"/>
            </a:pPr>
            <a:endParaRPr lang="pt-BR" sz="36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lnSpc>
                <a:spcPts val="3599"/>
              </a:lnSpc>
            </a:pPr>
            <a:endParaRPr lang="pt-BR" sz="3600" spc="-47" dirty="0">
              <a:solidFill>
                <a:srgbClr val="00145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C2CADA7-760E-4C32-A0D0-59398536F8FF}"/>
              </a:ext>
            </a:extLst>
          </p:cNvPr>
          <p:cNvSpPr txBox="1"/>
          <p:nvPr/>
        </p:nvSpPr>
        <p:spPr>
          <a:xfrm>
            <a:off x="17338785" y="9421523"/>
            <a:ext cx="58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30263" y="-2059460"/>
            <a:ext cx="9765018" cy="5143475"/>
            <a:chOff x="0" y="0"/>
            <a:chExt cx="2343635" cy="12344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3635" cy="1234450"/>
            </a:xfrm>
            <a:custGeom>
              <a:avLst/>
              <a:gdLst/>
              <a:ahLst/>
              <a:cxnLst/>
              <a:rect l="l" t="t" r="r" b="b"/>
              <a:pathLst>
                <a:path w="2343635" h="1234450">
                  <a:moveTo>
                    <a:pt x="31713" y="0"/>
                  </a:moveTo>
                  <a:lnTo>
                    <a:pt x="2311923" y="0"/>
                  </a:lnTo>
                  <a:cubicBezTo>
                    <a:pt x="2320333" y="0"/>
                    <a:pt x="2328400" y="3341"/>
                    <a:pt x="2334347" y="9288"/>
                  </a:cubicBezTo>
                  <a:cubicBezTo>
                    <a:pt x="2340294" y="15236"/>
                    <a:pt x="2343635" y="23302"/>
                    <a:pt x="2343635" y="31713"/>
                  </a:cubicBezTo>
                  <a:lnTo>
                    <a:pt x="2343635" y="1202737"/>
                  </a:lnTo>
                  <a:cubicBezTo>
                    <a:pt x="2343635" y="1220252"/>
                    <a:pt x="2329437" y="1234450"/>
                    <a:pt x="2311923" y="1234450"/>
                  </a:cubicBezTo>
                  <a:lnTo>
                    <a:pt x="31713" y="1234450"/>
                  </a:lnTo>
                  <a:cubicBezTo>
                    <a:pt x="23302" y="1234450"/>
                    <a:pt x="15236" y="1231109"/>
                    <a:pt x="9288" y="1225162"/>
                  </a:cubicBezTo>
                  <a:cubicBezTo>
                    <a:pt x="3341" y="1219215"/>
                    <a:pt x="0" y="1211148"/>
                    <a:pt x="0" y="1202737"/>
                  </a:cubicBezTo>
                  <a:lnTo>
                    <a:pt x="0" y="31713"/>
                  </a:lnTo>
                  <a:cubicBezTo>
                    <a:pt x="0" y="23302"/>
                    <a:pt x="3341" y="15236"/>
                    <a:pt x="9288" y="9288"/>
                  </a:cubicBezTo>
                  <a:cubicBezTo>
                    <a:pt x="15236" y="3341"/>
                    <a:pt x="23302" y="0"/>
                    <a:pt x="31713" y="0"/>
                  </a:cubicBezTo>
                  <a:close/>
                </a:path>
              </a:pathLst>
            </a:custGeom>
            <a:ln w="28575" cap="rnd">
              <a:solidFill>
                <a:srgbClr val="34CC33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343635" cy="1263025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863569" y="-2059460"/>
            <a:ext cx="10747502" cy="4406225"/>
            <a:chOff x="0" y="0"/>
            <a:chExt cx="2579435" cy="10575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79435" cy="1057508"/>
            </a:xfrm>
            <a:custGeom>
              <a:avLst/>
              <a:gdLst/>
              <a:ahLst/>
              <a:cxnLst/>
              <a:rect l="l" t="t" r="r" b="b"/>
              <a:pathLst>
                <a:path w="2579435" h="1057508">
                  <a:moveTo>
                    <a:pt x="28814" y="0"/>
                  </a:moveTo>
                  <a:lnTo>
                    <a:pt x="2550621" y="0"/>
                  </a:lnTo>
                  <a:cubicBezTo>
                    <a:pt x="2558263" y="0"/>
                    <a:pt x="2565592" y="3036"/>
                    <a:pt x="2570995" y="8439"/>
                  </a:cubicBezTo>
                  <a:cubicBezTo>
                    <a:pt x="2576399" y="13843"/>
                    <a:pt x="2579435" y="21172"/>
                    <a:pt x="2579435" y="28814"/>
                  </a:cubicBezTo>
                  <a:lnTo>
                    <a:pt x="2579435" y="1028694"/>
                  </a:lnTo>
                  <a:cubicBezTo>
                    <a:pt x="2579435" y="1044608"/>
                    <a:pt x="2566534" y="1057508"/>
                    <a:pt x="2550621" y="1057508"/>
                  </a:cubicBezTo>
                  <a:lnTo>
                    <a:pt x="28814" y="1057508"/>
                  </a:lnTo>
                  <a:cubicBezTo>
                    <a:pt x="21172" y="1057508"/>
                    <a:pt x="13843" y="1054472"/>
                    <a:pt x="8439" y="1049069"/>
                  </a:cubicBezTo>
                  <a:cubicBezTo>
                    <a:pt x="3036" y="1043665"/>
                    <a:pt x="0" y="1036336"/>
                    <a:pt x="0" y="1028694"/>
                  </a:cubicBezTo>
                  <a:lnTo>
                    <a:pt x="0" y="28814"/>
                  </a:lnTo>
                  <a:cubicBezTo>
                    <a:pt x="0" y="21172"/>
                    <a:pt x="3036" y="13843"/>
                    <a:pt x="8439" y="8439"/>
                  </a:cubicBezTo>
                  <a:cubicBezTo>
                    <a:pt x="13843" y="3036"/>
                    <a:pt x="21172" y="0"/>
                    <a:pt x="28814" y="0"/>
                  </a:cubicBezTo>
                  <a:close/>
                </a:path>
              </a:pathLst>
            </a:custGeom>
            <a:ln w="28575" cap="rnd">
              <a:solidFill>
                <a:srgbClr val="FAB31A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579435" cy="1086083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63693" y="-468582"/>
            <a:ext cx="4133140" cy="2794324"/>
            <a:chOff x="0" y="0"/>
            <a:chExt cx="991967" cy="6706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91967" cy="670647"/>
            </a:xfrm>
            <a:custGeom>
              <a:avLst/>
              <a:gdLst/>
              <a:ahLst/>
              <a:cxnLst/>
              <a:rect l="l" t="t" r="r" b="b"/>
              <a:pathLst>
                <a:path w="991967" h="670647">
                  <a:moveTo>
                    <a:pt x="26224" y="0"/>
                  </a:moveTo>
                  <a:lnTo>
                    <a:pt x="965743" y="0"/>
                  </a:lnTo>
                  <a:cubicBezTo>
                    <a:pt x="972698" y="0"/>
                    <a:pt x="979368" y="2763"/>
                    <a:pt x="984286" y="7681"/>
                  </a:cubicBezTo>
                  <a:cubicBezTo>
                    <a:pt x="989204" y="12599"/>
                    <a:pt x="991967" y="19269"/>
                    <a:pt x="991967" y="26224"/>
                  </a:cubicBezTo>
                  <a:lnTo>
                    <a:pt x="991967" y="644423"/>
                  </a:lnTo>
                  <a:cubicBezTo>
                    <a:pt x="991967" y="651378"/>
                    <a:pt x="989204" y="658048"/>
                    <a:pt x="984286" y="662966"/>
                  </a:cubicBezTo>
                  <a:cubicBezTo>
                    <a:pt x="979368" y="667884"/>
                    <a:pt x="972698" y="670647"/>
                    <a:pt x="965743" y="670647"/>
                  </a:cubicBezTo>
                  <a:lnTo>
                    <a:pt x="26224" y="670647"/>
                  </a:lnTo>
                  <a:cubicBezTo>
                    <a:pt x="11741" y="670647"/>
                    <a:pt x="0" y="658906"/>
                    <a:pt x="0" y="644423"/>
                  </a:cubicBezTo>
                  <a:lnTo>
                    <a:pt x="0" y="26224"/>
                  </a:lnTo>
                  <a:cubicBezTo>
                    <a:pt x="0" y="19269"/>
                    <a:pt x="2763" y="12599"/>
                    <a:pt x="7681" y="7681"/>
                  </a:cubicBezTo>
                  <a:cubicBezTo>
                    <a:pt x="12599" y="2763"/>
                    <a:pt x="19269" y="0"/>
                    <a:pt x="262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991967" cy="699222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705266" y="371519"/>
            <a:ext cx="3249994" cy="1564330"/>
          </a:xfrm>
          <a:custGeom>
            <a:avLst/>
            <a:gdLst/>
            <a:ahLst/>
            <a:cxnLst/>
            <a:rect l="l" t="t" r="r" b="b"/>
            <a:pathLst>
              <a:path w="3249994" h="1564330">
                <a:moveTo>
                  <a:pt x="0" y="0"/>
                </a:moveTo>
                <a:lnTo>
                  <a:pt x="3249993" y="0"/>
                </a:lnTo>
                <a:lnTo>
                  <a:pt x="3249993" y="1564330"/>
                </a:lnTo>
                <a:lnTo>
                  <a:pt x="0" y="1564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r="-13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4061561" y="1803411"/>
            <a:ext cx="3489629" cy="881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81"/>
              </a:lnSpc>
            </a:pPr>
            <a:r>
              <a:rPr lang="en-US" sz="2557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01-03 DE JULHO 2026</a:t>
            </a:r>
          </a:p>
          <a:p>
            <a:pPr algn="r">
              <a:lnSpc>
                <a:spcPts val="3581"/>
              </a:lnSpc>
            </a:pPr>
            <a:r>
              <a:rPr lang="en-US" sz="2557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NITERÓI-RJ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78736" y="4990203"/>
            <a:ext cx="7930527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99" b="1" spc="-1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Obrigado!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7162" y="9354218"/>
            <a:ext cx="130604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4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Julho 2026</a:t>
            </a:r>
          </a:p>
        </p:txBody>
      </p:sp>
      <p:sp>
        <p:nvSpPr>
          <p:cNvPr id="16" name="Freeform 16"/>
          <p:cNvSpPr/>
          <p:nvPr/>
        </p:nvSpPr>
        <p:spPr>
          <a:xfrm>
            <a:off x="6995235" y="9212186"/>
            <a:ext cx="1539574" cy="480305"/>
          </a:xfrm>
          <a:custGeom>
            <a:avLst/>
            <a:gdLst/>
            <a:ahLst/>
            <a:cxnLst/>
            <a:rect l="l" t="t" r="r" b="b"/>
            <a:pathLst>
              <a:path w="1539574" h="480305">
                <a:moveTo>
                  <a:pt x="0" y="0"/>
                </a:moveTo>
                <a:lnTo>
                  <a:pt x="1539575" y="0"/>
                </a:lnTo>
                <a:lnTo>
                  <a:pt x="1539575" y="480305"/>
                </a:lnTo>
                <a:lnTo>
                  <a:pt x="0" y="480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824" t="-59076" r="-14474" b="-58098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955733" y="9286729"/>
            <a:ext cx="643244" cy="324911"/>
          </a:xfrm>
          <a:custGeom>
            <a:avLst/>
            <a:gdLst/>
            <a:ahLst/>
            <a:cxnLst/>
            <a:rect l="l" t="t" r="r" b="b"/>
            <a:pathLst>
              <a:path w="643244" h="324911">
                <a:moveTo>
                  <a:pt x="0" y="0"/>
                </a:moveTo>
                <a:lnTo>
                  <a:pt x="643244" y="0"/>
                </a:lnTo>
                <a:lnTo>
                  <a:pt x="643244" y="324910"/>
                </a:lnTo>
                <a:lnTo>
                  <a:pt x="0" y="324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628263" y="9269346"/>
            <a:ext cx="655020" cy="365985"/>
          </a:xfrm>
          <a:custGeom>
            <a:avLst/>
            <a:gdLst/>
            <a:ahLst/>
            <a:cxnLst/>
            <a:rect l="l" t="t" r="r" b="b"/>
            <a:pathLst>
              <a:path w="655020" h="365985">
                <a:moveTo>
                  <a:pt x="0" y="0"/>
                </a:moveTo>
                <a:lnTo>
                  <a:pt x="655019" y="0"/>
                </a:lnTo>
                <a:lnTo>
                  <a:pt x="655019" y="365985"/>
                </a:lnTo>
                <a:lnTo>
                  <a:pt x="0" y="3659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995235" y="8812251"/>
            <a:ext cx="1096542" cy="14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89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REALIZAÇÃO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24550" y="8812251"/>
            <a:ext cx="1450670" cy="14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89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APOIO INSTITUCIONAL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955259" y="9183638"/>
            <a:ext cx="955378" cy="537400"/>
          </a:xfrm>
          <a:custGeom>
            <a:avLst/>
            <a:gdLst/>
            <a:ahLst/>
            <a:cxnLst/>
            <a:rect l="l" t="t" r="r" b="b"/>
            <a:pathLst>
              <a:path w="955378" h="537400">
                <a:moveTo>
                  <a:pt x="0" y="0"/>
                </a:moveTo>
                <a:lnTo>
                  <a:pt x="955378" y="0"/>
                </a:lnTo>
                <a:lnTo>
                  <a:pt x="955378" y="537400"/>
                </a:lnTo>
                <a:lnTo>
                  <a:pt x="0" y="53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7421" t="-10052" r="-4949" b="-12318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7044835" y="9305307"/>
            <a:ext cx="744461" cy="294062"/>
          </a:xfrm>
          <a:custGeom>
            <a:avLst/>
            <a:gdLst/>
            <a:ahLst/>
            <a:cxnLst/>
            <a:rect l="l" t="t" r="r" b="b"/>
            <a:pathLst>
              <a:path w="744461" h="294062">
                <a:moveTo>
                  <a:pt x="0" y="0"/>
                </a:moveTo>
                <a:lnTo>
                  <a:pt x="744460" y="0"/>
                </a:lnTo>
                <a:lnTo>
                  <a:pt x="744460" y="294062"/>
                </a:lnTo>
                <a:lnTo>
                  <a:pt x="0" y="2940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5914232" y="9368497"/>
            <a:ext cx="828059" cy="167682"/>
          </a:xfrm>
          <a:custGeom>
            <a:avLst/>
            <a:gdLst/>
            <a:ahLst/>
            <a:cxnLst/>
            <a:rect l="l" t="t" r="r" b="b"/>
            <a:pathLst>
              <a:path w="828059" h="167682">
                <a:moveTo>
                  <a:pt x="0" y="0"/>
                </a:moveTo>
                <a:lnTo>
                  <a:pt x="828059" y="0"/>
                </a:lnTo>
                <a:lnTo>
                  <a:pt x="828059" y="167682"/>
                </a:lnTo>
                <a:lnTo>
                  <a:pt x="0" y="1676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5167104" y="9082356"/>
            <a:ext cx="440279" cy="739964"/>
          </a:xfrm>
          <a:custGeom>
            <a:avLst/>
            <a:gdLst/>
            <a:ahLst/>
            <a:cxnLst/>
            <a:rect l="l" t="t" r="r" b="b"/>
            <a:pathLst>
              <a:path w="440279" h="739964">
                <a:moveTo>
                  <a:pt x="0" y="0"/>
                </a:moveTo>
                <a:lnTo>
                  <a:pt x="440279" y="0"/>
                </a:lnTo>
                <a:lnTo>
                  <a:pt x="440279" y="739964"/>
                </a:lnTo>
                <a:lnTo>
                  <a:pt x="0" y="7399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2824550" y="9133481"/>
            <a:ext cx="955378" cy="637715"/>
          </a:xfrm>
          <a:custGeom>
            <a:avLst/>
            <a:gdLst/>
            <a:ahLst/>
            <a:cxnLst/>
            <a:rect l="l" t="t" r="r" b="b"/>
            <a:pathLst>
              <a:path w="955378" h="637715">
                <a:moveTo>
                  <a:pt x="0" y="0"/>
                </a:moveTo>
                <a:lnTo>
                  <a:pt x="955379" y="0"/>
                </a:lnTo>
                <a:lnTo>
                  <a:pt x="955379" y="637715"/>
                </a:lnTo>
                <a:lnTo>
                  <a:pt x="0" y="6377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828908" y="9082356"/>
            <a:ext cx="1056918" cy="675106"/>
          </a:xfrm>
          <a:custGeom>
            <a:avLst/>
            <a:gdLst/>
            <a:ahLst/>
            <a:cxnLst/>
            <a:rect l="l" t="t" r="r" b="b"/>
            <a:pathLst>
              <a:path w="1056918" h="675106">
                <a:moveTo>
                  <a:pt x="0" y="0"/>
                </a:moveTo>
                <a:lnTo>
                  <a:pt x="1056918" y="0"/>
                </a:lnTo>
                <a:lnTo>
                  <a:pt x="1056918" y="675106"/>
                </a:lnTo>
                <a:lnTo>
                  <a:pt x="0" y="6751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0883069" y="8812251"/>
            <a:ext cx="1686488" cy="14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"/>
              </a:lnSpc>
            </a:pPr>
            <a:r>
              <a:rPr lang="en-US" sz="89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APOIO FINANCEIRO</a:t>
            </a:r>
          </a:p>
        </p:txBody>
      </p:sp>
      <p:sp>
        <p:nvSpPr>
          <p:cNvPr id="28" name="Freeform 28"/>
          <p:cNvSpPr/>
          <p:nvPr/>
        </p:nvSpPr>
        <p:spPr>
          <a:xfrm>
            <a:off x="17047091" y="9305307"/>
            <a:ext cx="166610" cy="294062"/>
          </a:xfrm>
          <a:custGeom>
            <a:avLst/>
            <a:gdLst/>
            <a:ahLst/>
            <a:cxnLst/>
            <a:rect l="l" t="t" r="r" b="b"/>
            <a:pathLst>
              <a:path w="166610" h="294062">
                <a:moveTo>
                  <a:pt x="0" y="0"/>
                </a:moveTo>
                <a:lnTo>
                  <a:pt x="166610" y="0"/>
                </a:lnTo>
                <a:lnTo>
                  <a:pt x="166610" y="294062"/>
                </a:lnTo>
                <a:lnTo>
                  <a:pt x="0" y="2940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r="-346827"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6378720" y="8310440"/>
            <a:ext cx="12327077" cy="2751735"/>
            <a:chOff x="0" y="0"/>
            <a:chExt cx="2958538" cy="66042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958538" cy="660425"/>
            </a:xfrm>
            <a:custGeom>
              <a:avLst/>
              <a:gdLst/>
              <a:ahLst/>
              <a:cxnLst/>
              <a:rect l="l" t="t" r="r" b="b"/>
              <a:pathLst>
                <a:path w="2958538" h="660425">
                  <a:moveTo>
                    <a:pt x="25122" y="0"/>
                  </a:moveTo>
                  <a:lnTo>
                    <a:pt x="2933416" y="0"/>
                  </a:lnTo>
                  <a:cubicBezTo>
                    <a:pt x="2947290" y="0"/>
                    <a:pt x="2958538" y="11247"/>
                    <a:pt x="2958538" y="25122"/>
                  </a:cubicBezTo>
                  <a:lnTo>
                    <a:pt x="2958538" y="635303"/>
                  </a:lnTo>
                  <a:cubicBezTo>
                    <a:pt x="2958538" y="641966"/>
                    <a:pt x="2955891" y="648356"/>
                    <a:pt x="2951180" y="653067"/>
                  </a:cubicBezTo>
                  <a:cubicBezTo>
                    <a:pt x="2946469" y="657778"/>
                    <a:pt x="2940079" y="660425"/>
                    <a:pt x="2933416" y="660425"/>
                  </a:cubicBezTo>
                  <a:lnTo>
                    <a:pt x="25122" y="660425"/>
                  </a:lnTo>
                  <a:cubicBezTo>
                    <a:pt x="18459" y="660425"/>
                    <a:pt x="12069" y="657778"/>
                    <a:pt x="7358" y="653067"/>
                  </a:cubicBezTo>
                  <a:cubicBezTo>
                    <a:pt x="2647" y="648356"/>
                    <a:pt x="0" y="641966"/>
                    <a:pt x="0" y="635303"/>
                  </a:cubicBezTo>
                  <a:lnTo>
                    <a:pt x="0" y="25122"/>
                  </a:lnTo>
                  <a:cubicBezTo>
                    <a:pt x="0" y="18459"/>
                    <a:pt x="2647" y="12069"/>
                    <a:pt x="7358" y="7358"/>
                  </a:cubicBezTo>
                  <a:cubicBezTo>
                    <a:pt x="12069" y="2647"/>
                    <a:pt x="18459" y="0"/>
                    <a:pt x="25122" y="0"/>
                  </a:cubicBezTo>
                  <a:close/>
                </a:path>
              </a:pathLst>
            </a:custGeom>
            <a:ln w="28575" cap="rnd">
              <a:solidFill>
                <a:srgbClr val="FAAE40"/>
              </a:solidFill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2958538" cy="689000"/>
            </a:xfrm>
            <a:prstGeom prst="rect">
              <a:avLst/>
            </a:prstGeom>
          </p:spPr>
          <p:txBody>
            <a:bodyPr lIns="36500" tIns="36500" rIns="36500" bIns="36500" rtlCol="0" anchor="ctr"/>
            <a:lstStyle/>
            <a:p>
              <a:pPr algn="ctr">
                <a:lnSpc>
                  <a:spcPts val="1911"/>
                </a:lnSpc>
              </a:pPr>
              <a:endParaRPr/>
            </a:p>
          </p:txBody>
        </p:sp>
      </p:grpSp>
      <p:sp>
        <p:nvSpPr>
          <p:cNvPr id="32" name="TextBox 15">
            <a:extLst>
              <a:ext uri="{FF2B5EF4-FFF2-40B4-BE49-F238E27FC236}">
                <a16:creationId xmlns:a16="http://schemas.microsoft.com/office/drawing/2014/main" id="{D798E3B8-DCA8-4EB0-90E2-7C26C6A39BDC}"/>
              </a:ext>
            </a:extLst>
          </p:cNvPr>
          <p:cNvSpPr txBox="1"/>
          <p:nvPr/>
        </p:nvSpPr>
        <p:spPr>
          <a:xfrm>
            <a:off x="801240" y="7771237"/>
            <a:ext cx="6345638" cy="1465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Alef Santos</a:t>
            </a:r>
          </a:p>
          <a:p>
            <a:pPr algn="l">
              <a:lnSpc>
                <a:spcPts val="2879"/>
              </a:lnSpc>
            </a:pPr>
            <a:r>
              <a:rPr lang="en-US" sz="24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Daniel do Prado </a:t>
            </a:r>
            <a:r>
              <a:rPr lang="en-US" sz="2400" b="1" spc="-48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Pagotto</a:t>
            </a:r>
            <a:endParaRPr lang="en-US" sz="2400" b="1" spc="-48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2879"/>
              </a:lnSpc>
            </a:pPr>
            <a:r>
              <a:rPr lang="en-US" sz="2400" b="1" spc="-48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Jéssica</a:t>
            </a:r>
            <a:r>
              <a:rPr lang="en-US" sz="24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Borges de Carvalho</a:t>
            </a:r>
          </a:p>
          <a:p>
            <a:pPr algn="l">
              <a:lnSpc>
                <a:spcPts val="2879"/>
              </a:lnSpc>
            </a:pPr>
            <a:r>
              <a:rPr lang="en-US" sz="2400" b="1" spc="-48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Cândido</a:t>
            </a:r>
            <a:r>
              <a:rPr lang="en-US" sz="2400" b="1" spc="-48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Vieira Borges Júnior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4498</TotalTime>
  <Words>1472</Words>
  <Application>Microsoft Office PowerPoint</Application>
  <PresentationFormat>Personalizar</PresentationFormat>
  <Paragraphs>445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Open Sauce</vt:lpstr>
      <vt:lpstr>Wingdings</vt:lpstr>
      <vt:lpstr>Open Sauce Bold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EGEPE - Template do PPT</dc:title>
  <dc:creator>Alef Santos</dc:creator>
  <cp:lastModifiedBy>Alef Santos</cp:lastModifiedBy>
  <cp:revision>88</cp:revision>
  <dcterms:created xsi:type="dcterms:W3CDTF">2006-08-16T00:00:00Z</dcterms:created>
  <dcterms:modified xsi:type="dcterms:W3CDTF">2026-06-30T14:31:36Z</dcterms:modified>
  <dc:identifier>DAHAYzPNcGI</dc:identifier>
</cp:coreProperties>
</file>