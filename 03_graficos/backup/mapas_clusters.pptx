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C30B0-DB22-4DCD-A420-622F9DDED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32419-08FC-4BEE-8FA5-35D2ACCA6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9CC058-6701-46B4-9922-321A4288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29D31F-6CE6-40E1-87C9-E91C5B50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617213-63E6-41C2-B791-9A87E942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84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B3109-69DF-40F5-8E41-92022628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668196-0595-4E78-A71C-4B6065A4B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1E9448-8CC7-4847-90C7-B8C73205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735DF3-E2F3-4EE7-B422-D83C12B7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1680A9-FFA3-4B31-9567-DA72AAD1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65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6DA54-B748-4EA8-96E1-3B39E544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DF2B28-86B3-4A11-A9D7-D02E20263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673CDA-BAA3-4FAA-B69D-B193D1574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9B6916-4209-4403-97C9-68763553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D3DAD9-73B1-4C4A-8521-E6012434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77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06A05-F3BA-43F1-835C-9E892E9E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AC339-E271-4D1F-844C-4BC7859B9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F24659-420B-4B9E-8438-C0D5E973F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466EFF-5F6D-4E69-8511-4399B64E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D05DDB-1CF3-4392-98A2-B07E765C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50074C-C737-4D8C-B0AF-5EF7FFA2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43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D4A00-C8CC-4C32-8022-5AA6865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CD58A3-9C39-47BF-AFF5-457C76C90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E5F610-BD1D-4919-9DB4-494F26EBF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35B764-0B3E-478C-B2B3-754672781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28B516-13CE-4A81-AEFF-E942A1A70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86446D-B08E-4B66-9FE2-867EE50C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118BAED-3790-4789-962A-0C269D2F2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5F22FD-0E82-46AF-8EBD-5683BA87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95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6AD68-F9CE-4208-8375-7C74C2C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52D9B0-2017-47F9-84B4-EC63707B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8D4147-D6EC-4DAF-9A12-DBC305A2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808A92-ED76-4875-9D37-CFD907B9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47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E40A41-2F60-4D99-A9CC-99C838C5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A29EA5-EB94-4672-A3A8-6BEAE581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681F99-B4A7-44BE-BABD-3127AB20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18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8DA4E-E460-4AF9-BB96-4741723E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586209-5285-435A-9B95-16AE7D9FD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11067A-E865-4889-8FB2-A0A6C1E2C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B1E1A2-5B2C-4155-B274-91CB1252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C1C78A-8673-4282-8AA7-DEE47804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39F458-398E-4152-B3DF-825E3893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35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1AD54-B8FA-4EFD-9544-7928C678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855372-1757-4532-A8BC-05CA5CC28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2F1512-BE5B-4C0B-A691-8012BA4B0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B1267B-6D0D-4A21-9DFF-C069ADA7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14B048-983F-460B-BC96-0285ED7E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BC2270-B3B7-490F-8434-DBA925C2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88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B95E2-8FBF-4E17-AE9B-AA084F36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B46B37-0502-40A6-B43A-07332FF4C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7CE3B6-6364-4698-9B08-DF260343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4CA7AD-10C9-454C-8490-54BAC9C3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8E4920-3C92-41A2-8B10-EE4EB991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00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E70599-599D-4700-83FB-8942E80DF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D95704-34D0-44F4-80DC-5EFAE2DDD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7C77CF-0A51-468C-B9A0-5DEA2161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7A5A1D-F504-4663-931A-9DE5E8A5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D9B901-EB7B-430E-9A5C-B6099D4F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54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562EE4-6CBD-499C-A96B-8143603A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B2DF37-BEFC-4120-950F-D74F314CF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9E9EF-0B84-4071-8E8F-C692ECF16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B4308-8E5F-4C3B-84D4-CD52539FA0E9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BF9DDB-F548-4949-9224-13407119A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F65A96-B44F-444B-B8E0-4AB4634DD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3C727-15D8-4E1A-BC83-D64178B2A7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03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FC5BDE8F-532D-49F4-AE6C-317C13B593AC}"/>
              </a:ext>
            </a:extLst>
          </p:cNvPr>
          <p:cNvGrpSpPr/>
          <p:nvPr/>
        </p:nvGrpSpPr>
        <p:grpSpPr>
          <a:xfrm>
            <a:off x="1560407" y="680719"/>
            <a:ext cx="7878214" cy="6051601"/>
            <a:chOff x="1430867" y="634999"/>
            <a:chExt cx="7878214" cy="6051601"/>
          </a:xfrm>
        </p:grpSpPr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DF809A59-4F6A-46C4-B6DD-28B43FA70F11}"/>
                </a:ext>
              </a:extLst>
            </p:cNvPr>
            <p:cNvGrpSpPr/>
            <p:nvPr/>
          </p:nvGrpSpPr>
          <p:grpSpPr>
            <a:xfrm>
              <a:off x="1430867" y="634999"/>
              <a:ext cx="4096051" cy="3168000"/>
              <a:chOff x="1430867" y="635000"/>
              <a:chExt cx="4096051" cy="306493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0010F475-8C62-4473-A10D-BBC4E154B7B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t="22963" r="30133" b="22099"/>
              <a:stretch/>
            </p:blipFill>
            <p:spPr>
              <a:xfrm>
                <a:off x="1430867" y="635000"/>
                <a:ext cx="3420533" cy="3064933"/>
              </a:xfrm>
              <a:prstGeom prst="rect">
                <a:avLst/>
              </a:prstGeom>
            </p:spPr>
          </p:pic>
          <p:pic>
            <p:nvPicPr>
              <p:cNvPr id="16" name="Imagem 15">
                <a:extLst>
                  <a:ext uri="{FF2B5EF4-FFF2-40B4-BE49-F238E27FC236}">
                    <a16:creationId xmlns:a16="http://schemas.microsoft.com/office/drawing/2014/main" id="{C60099CA-E8BB-4297-9441-FEFAC4561C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667" t="39629" r="1666" b="41111"/>
              <a:stretch/>
            </p:blipFill>
            <p:spPr>
              <a:xfrm>
                <a:off x="4446816" y="2024867"/>
                <a:ext cx="1080102" cy="1404133"/>
              </a:xfrm>
              <a:prstGeom prst="rect">
                <a:avLst/>
              </a:prstGeom>
            </p:spPr>
          </p:pic>
        </p:grpSp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FA066E86-11B2-45CF-8678-D45CC0DB8BB4}"/>
                </a:ext>
              </a:extLst>
            </p:cNvPr>
            <p:cNvGrpSpPr/>
            <p:nvPr/>
          </p:nvGrpSpPr>
          <p:grpSpPr>
            <a:xfrm>
              <a:off x="5122333" y="635000"/>
              <a:ext cx="4186748" cy="3063600"/>
              <a:chOff x="5122333" y="635000"/>
              <a:chExt cx="4186748" cy="3063600"/>
            </a:xfrm>
          </p:grpSpPr>
          <p:pic>
            <p:nvPicPr>
              <p:cNvPr id="8" name="Imagem 7">
                <a:extLst>
                  <a:ext uri="{FF2B5EF4-FFF2-40B4-BE49-F238E27FC236}">
                    <a16:creationId xmlns:a16="http://schemas.microsoft.com/office/drawing/2014/main" id="{1FCA7290-BF7C-4E81-9B5D-474F8380B1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34" t="21605" r="25564" b="24074"/>
              <a:stretch/>
            </p:blipFill>
            <p:spPr>
              <a:xfrm>
                <a:off x="5122333" y="635000"/>
                <a:ext cx="3564467" cy="3063600"/>
              </a:xfrm>
              <a:prstGeom prst="rect">
                <a:avLst/>
              </a:prstGeom>
            </p:spPr>
          </p:pic>
          <p:pic>
            <p:nvPicPr>
              <p:cNvPr id="18" name="Imagem 17">
                <a:extLst>
                  <a:ext uri="{FF2B5EF4-FFF2-40B4-BE49-F238E27FC236}">
                    <a16:creationId xmlns:a16="http://schemas.microsoft.com/office/drawing/2014/main" id="{86AEF108-2E06-47A8-8B6A-4FDF193D538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82" t="38395" r="1666" b="42222"/>
              <a:stretch/>
            </p:blipFill>
            <p:spPr>
              <a:xfrm>
                <a:off x="8275564" y="2025000"/>
                <a:ext cx="1033517" cy="1404000"/>
              </a:xfrm>
              <a:prstGeom prst="rect">
                <a:avLst/>
              </a:prstGeom>
            </p:spPr>
          </p:pic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DA49E7FF-3EC9-4440-95D4-297DD9EDCD82}"/>
                </a:ext>
              </a:extLst>
            </p:cNvPr>
            <p:cNvGrpSpPr/>
            <p:nvPr/>
          </p:nvGrpSpPr>
          <p:grpSpPr>
            <a:xfrm>
              <a:off x="1468644" y="3698600"/>
              <a:ext cx="3896880" cy="2988000"/>
              <a:chOff x="1468644" y="3698600"/>
              <a:chExt cx="3896880" cy="2988000"/>
            </a:xfrm>
          </p:grpSpPr>
          <p:pic>
            <p:nvPicPr>
              <p:cNvPr id="22" name="Imagem 21">
                <a:extLst>
                  <a:ext uri="{FF2B5EF4-FFF2-40B4-BE49-F238E27FC236}">
                    <a16:creationId xmlns:a16="http://schemas.microsoft.com/office/drawing/2014/main" id="{D2A602E9-2089-41EF-A87D-9CC5CC78EA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17" t="18519" r="19722" b="20741"/>
              <a:stretch/>
            </p:blipFill>
            <p:spPr>
              <a:xfrm>
                <a:off x="1468644" y="3698600"/>
                <a:ext cx="3382756" cy="2988000"/>
              </a:xfrm>
              <a:prstGeom prst="rect">
                <a:avLst/>
              </a:prstGeom>
            </p:spPr>
          </p:pic>
          <p:pic>
            <p:nvPicPr>
              <p:cNvPr id="23" name="Imagem 22">
                <a:extLst>
                  <a:ext uri="{FF2B5EF4-FFF2-40B4-BE49-F238E27FC236}">
                    <a16:creationId xmlns:a16="http://schemas.microsoft.com/office/drawing/2014/main" id="{B991207B-6E13-4566-91ED-E499BD0696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382" t="38270" r="1586" b="42272"/>
              <a:stretch/>
            </p:blipFill>
            <p:spPr>
              <a:xfrm>
                <a:off x="4337275" y="5077820"/>
                <a:ext cx="1028249" cy="1404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67423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Alef Santos</dc:creator>
  <cp:lastModifiedBy>Alef Santos</cp:lastModifiedBy>
  <cp:revision>4</cp:revision>
  <dcterms:created xsi:type="dcterms:W3CDTF">2025-12-02T18:03:16Z</dcterms:created>
  <dcterms:modified xsi:type="dcterms:W3CDTF">2025-12-02T19:02:48Z</dcterms:modified>
</cp:coreProperties>
</file>